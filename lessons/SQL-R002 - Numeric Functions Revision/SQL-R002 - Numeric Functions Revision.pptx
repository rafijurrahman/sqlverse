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Numeric Functions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Numeric Functions.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Numeric Functions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item_id,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quantity,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cost_price,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unit_price) AS total_revenue,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cost_price) AS total_cost,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(unit_price - cost_price)) AS gross_profit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Numeric Functions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Numeric Functions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Numeric Functions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Numeric Functions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Numeric Functions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item_id,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quantity,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cost_price,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unit_price) AS total_revenue,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cost_price) AS total_cost,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(unit_price - cost_price)) AS gross_profit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Numeric Functions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Numeric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item_id,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quantity,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cost_price,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unit_price) AS total_revenue,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cost_price) AS total_cost,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(quantity * (unit_price - cost_price)) AS gross_profit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quantity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for each item:
- Total Revenue: quantity * unit_price
- Total Cost: quantity * cost_price
- Gross Profit: quantity * (unit_price - cost_price)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get summary statistics per category:
- COUNT(*) as item_count
- SUM(quantity * unit_price) as total_revenue
- AVG(unit_price) as avg_price
- MIN(unit_price) as min_price
- MAX(unit_price) as max_price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Calculate the net amount after discount for each item: ROUND(quantity * unit_price * (1 - discount_pct/100), 2) as "Net Amount". Also calculate ABS(unit_price - cost_price) as "Profit Per Unit". Sort by net amount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by category, then use ROUND() to round to 0 decimal places. Only include categories with total revenue &gt; 2000. Sort by revenue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SQL-R002: Numeric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