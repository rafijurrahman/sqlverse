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ROW_NUMBER()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ROW_NUMBER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ROW_NUMBER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ROW_NUMBER()?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ROW_NUMBER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ROW_NUMBER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ROW_NUMBER when querying datasets that require ROW_NUMBER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ROW_NUMBER()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ROW_NUMBER()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ROW_NUMBER()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ROW_NUMBER()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ROW_NUMBER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ROW_NUMBER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assign a sequential row number to each sale ordered by revenue descending: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sale_id, product, revenue, ROW_NUMBER() OVER (ORDER BY revenue DESC) AS row_num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assign ROW_NUMBER within each region, ordered by revenue descending:
ROW_NUMBER()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regional_rank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team wants to number orders chronologically. Use ROW_NUMBER()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to assign each sale a sequence number</a:t>
            </a:r>
            <a:r>
              <a:rPr sz="1100">
                <a:solidFill>
                  <a:srgbClr val="C9D4E5"/>
                </a:solidFill>
                <a:latin typeface="MiSans"/>
              </a:rPr>
              <a:t>. Display sale_id, product, sale_date, and row_num.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top-1 sale per region using ROW_NUMBER: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(PARTITION BY region ORDER BY revenue DESC) AS rn FROM sales) AS ranked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rn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SQL-140: ROW_NUMBER()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