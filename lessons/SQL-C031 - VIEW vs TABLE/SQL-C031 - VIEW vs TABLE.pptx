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SQL-C031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VIEW vs TABLE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VIEW and TABLE.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VIEW and TABLE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VIEW order_view 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order_view;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TABLE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SQL-C031: VIEW vs TABLE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VIEW vs TABLE?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VIEW and TABLE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VIEW vs TABLE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VIEW vs TABLE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SQL-C031: VIEW vs TABLE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VIEW vs TABLE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VIEW order_view 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order_view;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SQL-C031: VIEW vs TABLE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VIEW vs TABLE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VIEW vs TABLE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VIEW order_view 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order_view;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SQL-C031: VIEW vs TABLE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Creating complex views that nest other views deeply.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Attempting to update read-only views with aggregates.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views improve performance (they are just queries).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view definitions without naming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views active after tables are dropped.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Creating views for single-use queries.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views simple and focused on query reuse.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views primarily for security and data abstraction.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Index materialized views for performance if supported.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view definition queries with clean indentation.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Capitalize keywords (CREATE, VIEW, AS).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view schemas in database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SQL-C031: VIEW vs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VIEW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TABLE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SQL-C031: VIEW vs TABLE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on the base table: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</a:t>
            </a:r>
            <a:r>
              <a:rPr sz="1100">
                <a:solidFill>
                  <a:srgbClr val="C9D4E5"/>
                </a:solidFill>
                <a:latin typeface="MiSans"/>
              </a:rPr>
              <a:t>. Then create a view and query it: 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 order_view AS SELECT * FROM orders; SELECT * FROM order_view</a:t>
            </a:r>
            <a:r>
              <a:rPr sz="1100">
                <a:solidFill>
                  <a:srgbClr val="C9D4E5"/>
                </a:solidFill>
                <a:latin typeface="MiSans"/>
              </a:rPr>
              <a:t>. Both return the same data.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Key difference: Views are virtual (no stored data); tables store data physically.
Show: updating the orders table changes what order_view returns.
</a:t>
            </a:r>
            <a:r>
              <a:rPr sz="900">
                <a:solidFill>
                  <a:srgbClr val="C9D4E5"/>
                </a:solidFill>
                <a:latin typeface="Consolas"/>
              </a:rPr>
              <a:t>INSERT INTO orders VALUES (1011, 1, '2024-05-10', 'Pending', 2500</a:t>
            </a:r>
            <a:r>
              <a:rPr sz="1100">
                <a:solidFill>
                  <a:srgbClr val="C9D4E5"/>
                </a:solidFill>
                <a:latin typeface="MiSans"/>
              </a:rPr>
              <a:t>.00).
Then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order_view to see the new row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Use case comparison:
(A) Table: stores customer orders permanently.
(B) View: provides a pre-filtered "completed orders only" window without duplicating data.
Create view completed_only and query it.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view that hides sensitive columns: 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 public_orders AS SELECT order_id, status, total_amount FROM orders (no customer_id)</a:t>
            </a:r>
            <a:r>
              <a:rPr sz="1100">
                <a:solidFill>
                  <a:srgbClr val="C9D4E5"/>
                </a:solidFill>
                <a:latin typeface="MiSans"/>
              </a:rPr>
              <a:t>. This demonstrates views as a security/abstraction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SQL-C031: VIEW vs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