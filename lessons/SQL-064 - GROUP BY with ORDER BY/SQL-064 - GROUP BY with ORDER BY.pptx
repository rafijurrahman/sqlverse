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AA0BF"/>
                </a:solidFill>
                <a:latin typeface="MiSans"/>
              </a:rPr>
              <a:t>SQL-064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MiSans"/>
              </a:rPr>
              <a:t>GROUP BY with ORDER BY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9D4E5"/>
                </a:solidFill>
                <a:latin typeface="MiSans"/>
              </a:rPr>
              <a:t>Filter rows where at least one condition is met.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OR is a logical operator that returns true if any of the combined conditions are true.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82880" tIns="182880" rIns="182880" bIns="18288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category,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SUM(quantity * unit_price) AS "Total Revenue"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order_items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GROUP BY category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ORDER BY SUM(quantity * unit_price) DESC;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order_items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SELECT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SQL-064: GROUP BY with ORDER BY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MiSans"/>
              </a:rPr>
              <a:t>What is GROUP BY with ORDER BY?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OR is a logical operator that returns true if any of the combined conditions are true.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It allows database query results to include items matching alternative criteria options.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Use OR when retrieving records that fit any one of multiple acceptable criteria.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GROUP BY with ORDER BY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FFC83D"/>
                </a:solidFill>
                <a:latin typeface="MiSans"/>
              </a:rPr>
              <a:t>TIP:  Always verify performance of GROUP BY with ORDER BY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SQL-064: GROUP BY with ORDER BY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MiSans"/>
              </a:rPr>
              <a:t>How Does GROUP BY with ORDER BY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342132" cy="1554480"/>
        </p:xfrm>
        <a:graphic>
          <a:graphicData uri="http://schemas.openxmlformats.org/drawingml/2006/table">
            <a:tbl>
              <a:tblPr/>
              <a:tblGrid>
                <a:gridCol w="4274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24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06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item_id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order_id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store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category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1001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 Store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Electronics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1001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 Store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Stationery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1002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CTG Store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Electronics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category,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SUM(quantity * unit_price) AS "Total Revenue"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order_items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GROUP BY category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ORDER BY SUM(quantity * unit_price) DESC;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303270" cy="738376"/>
        </p:xfrm>
        <a:graphic>
          <a:graphicData uri="http://schemas.openxmlformats.org/drawingml/2006/table">
            <a:tbl>
              <a:tblPr/>
              <a:tblGrid>
                <a:gridCol w="3303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category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Furniture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Electronics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Stationery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SQL-064: GROUP BY with ORDER BY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MiSans"/>
              </a:rPr>
              <a:t>GROUP BY with ORDER BY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order_items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Sort grouped sales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category,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SUM(quantity * unit_price) AS "Total Revenue"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order_items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GROUP BY category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ORDER BY SUM(quantity * unit_price) DESC;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303270" cy="854964"/>
        </p:xfrm>
        <a:graphic>
          <a:graphicData uri="http://schemas.openxmlformats.org/drawingml/2006/table">
            <a:tbl>
              <a:tblPr/>
              <a:tblGrid>
                <a:gridCol w="8938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78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Sans"/>
                        </a:rPr>
                        <a:t>category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Sans"/>
                        </a:rPr>
                        <a:t>Total Revenue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Furniture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19000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Electronics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14850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Stationery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2420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SQL-064: GROUP BY with ORDER BY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Sorting huge datasets on unindexed columns.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column position numbers instead of names in ORDER BY.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Assuming sorting is automatic without an ORDER BY.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Sorting by multiple columns randomly without ties.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Mixing sort fields with different case rules.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Placing ORDER BY before WHERE or GROUP BY.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Index columns that are frequently used for sorting.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Always specify explicit names of sorting fields.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Declare ASC or DESC explicitly for clarity.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Place ORDER BY as the final clause of the query.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Format multi-column sort criteria on separate lines.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Ensure sort keys utilize index pathways for speed.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SQL-064: GROUP BY with ORDER BY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GROUP BY with ORDER BY is a core component of SQL query structure.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It helps optimize data retrieval and organization.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Use it to satisfy specific business scenario criteria.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Combine with other clauses for advanced calculations.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Practice on DB Fiddle</a:t>
            </a:r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View Solution on GitHub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SQL-064: GROUP BY with ORDER BY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calculate total revenue per category and sort by total revenue descending.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count items per store per category, sorted by store (ascending) and count (descending).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Display the top-performing stores: group by store, calculate total revenue, and show the results sorted by revenue (highest first), then by item count (highest first) as a tiebreaker.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calculate total revenue per category and sort by category name alphabetically. Then write a second version sorted by revenue descending. Observe how </a:t>
            </a:r>
            <a:r>
              <a:rPr sz="900">
                <a:solidFill>
                  <a:srgbClr val="C9D4E5"/>
                </a:solidFill>
                <a:latin typeface="Consolas"/>
              </a:rPr>
              <a:t>ORDER BY controls the result presentation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SQL-064: GROUP BY with ORDER BY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