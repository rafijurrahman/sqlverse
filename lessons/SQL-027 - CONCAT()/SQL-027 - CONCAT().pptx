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CONCAT()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CONCAT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CONCAT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CONCAT(first_name, ' ', last_name) AS "Full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SQL-027: CONCAT()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CONCAT()?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CONCAT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CONCAT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CONCAT when querying datasets that require CONCAT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CONCAT()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CONCAT()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SQL-027: CONCAT()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CONCAT()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CONCAT(first_name, ' ', last_name) AS "Full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Full 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Arif 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Sultana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 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SQL-027: CONCAT()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CONCAT()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Full employee names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CONCAT(first_name, ' ', last_name) AS "Full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Full 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Arif 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Sultana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Karim 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SQL-027: CONCAT()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SQL-027: CONCAT()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CONCAT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SQL-027: CONCAT()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combine first_name and last_name into a single column called "Full Name" using CONCAT().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create an employee display name in the format: "EMP-001: Arif Hossain" using CONCAT(employee_code, ': ', first_name, ' ', last_name). Label it "Display Name".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HR needs a formatted employee directory. Write a query to display employee_id and a column called "Employee Info" that combines first_name, last_name, and department like: "Arif Hossain (Management)".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create a formal email signature in the format: "first_name last_name | job_title | department". Label it "Email Signature". Sort by department.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SQL-027: CONCAT()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