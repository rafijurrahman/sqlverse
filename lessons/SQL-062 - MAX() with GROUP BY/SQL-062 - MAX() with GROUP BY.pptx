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MAX() with 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Group rows sharing matching column values.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MAX(price)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SQL-062: MAX()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MAX() with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You cannot display aggregate summaries alongside detail rows without grouping them.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GROUP BY whenever you need to compute summaries (sum, avg) per category.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MAX() with 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MAX() with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SQL-062: MAX() with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MAX() with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Sticky Notes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Marker Set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Artline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MAX(price)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SQL-062: MAX() with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MAX() with 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Highest product price by category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MAX(price)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MAX(price)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2500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8500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150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SQL-062: MAX() with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Omitting SELECT columns from the GROUP BY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a primary key or unique key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grouped summaries inside the WHERE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column numbers instead of naming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excessively complex grouping expressions.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grouped details without explicit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Include all non-aggregated SELECT columns in GROUP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by category or dimension columns for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HAVING to filter groups after aggregation.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SELECT list and GROUP BY columns fully aligned.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GROUP BY columns cleanly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grouped results using aggregated expressions.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SQL-062: MAX()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MAX with 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SQL-062: MAX()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maximum price per category: MAX(price) grouped by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maximum stock per brand: MAX(stock) grouped by brand.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Sales wants to showcase the premium product in each category. Display category, MAX(price) as "Premium Price", sorted by premium price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categories where the MAX price is more than double the MIN price (MAX(price) &gt; MIN(price) * 2). Display category, min price, and max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SQL-062: MAX()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