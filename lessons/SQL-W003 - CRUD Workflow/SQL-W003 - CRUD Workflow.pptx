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CRUD Workflow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CRUD Workflow.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CRUD Workflow.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CRUD Workflow?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CRUD Workflow.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CRUD Workflow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CRUD Workflow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CRUD Workflow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CRUD Workflow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CRUD workflow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all four CRUD operations:
(C) </a:t>
            </a:r>
            <a:r>
              <a:rPr sz="900">
                <a:solidFill>
                  <a:srgbClr val="C9D4E5"/>
                </a:solidFill>
                <a:latin typeface="Consolas"/>
              </a:rPr>
              <a:t>INSERT a new student into the students table</a:t>
            </a:r>
            <a:r>
              <a:rPr sz="1100">
                <a:solidFill>
                  <a:srgbClr val="C9D4E5"/>
                </a:solidFill>
                <a:latin typeface="MiSans"/>
              </a:rPr>
              <a:t>.
(R) </a:t>
            </a:r>
            <a:r>
              <a:rPr sz="900">
                <a:solidFill>
                  <a:srgbClr val="C9D4E5"/>
                </a:solidFill>
                <a:latin typeface="Consolas"/>
              </a:rPr>
              <a:t>SELECT the student you just inserted</a:t>
            </a:r>
            <a:r>
              <a:rPr sz="1100">
                <a:solidFill>
                  <a:srgbClr val="C9D4E5"/>
                </a:solidFill>
                <a:latin typeface="MiSans"/>
              </a:rPr>
              <a:t>.
(U) </a:t>
            </a:r>
            <a:r>
              <a:rPr sz="900">
                <a:solidFill>
                  <a:srgbClr val="C9D4E5"/>
                </a:solidFill>
                <a:latin typeface="Consolas"/>
              </a:rPr>
              <a:t>UPDATE their enrollment_status to 'Inactive'</a:t>
            </a:r>
            <a:r>
              <a:rPr sz="1100">
                <a:solidFill>
                  <a:srgbClr val="C9D4E5"/>
                </a:solidFill>
                <a:latin typeface="MiSans"/>
              </a:rPr>
              <a:t>.
(D) </a:t>
            </a:r>
            <a:r>
              <a:rPr sz="900">
                <a:solidFill>
                  <a:srgbClr val="C9D4E5"/>
                </a:solidFill>
                <a:latin typeface="Consolas"/>
              </a:rPr>
              <a:t>DELETE the student you inserted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workflow to update GPA:
(R) First read the current GPA: </a:t>
            </a:r>
            <a:r>
              <a:rPr sz="900">
                <a:solidFill>
                  <a:srgbClr val="C9D4E5"/>
                </a:solidFill>
                <a:latin typeface="Consolas"/>
              </a:rPr>
              <a:t>SELECT gpa FROM students WHERE student_id = 1</a:t>
            </a:r>
            <a:r>
              <a:rPr sz="1100">
                <a:solidFill>
                  <a:srgbClr val="C9D4E5"/>
                </a:solidFill>
                <a:latin typeface="MiSans"/>
              </a:rPr>
              <a:t>.
(U) Then update: </a:t>
            </a:r>
            <a:r>
              <a:rPr sz="900">
                <a:solidFill>
                  <a:srgbClr val="C9D4E5"/>
                </a:solidFill>
                <a:latin typeface="Consolas"/>
              </a:rPr>
              <a:t>UPDATE students SET gpa = 3</a:t>
            </a:r>
            <a:r>
              <a:rPr sz="1100">
                <a:solidFill>
                  <a:srgbClr val="C9D4E5"/>
                </a:solidFill>
                <a:latin typeface="MiSans"/>
              </a:rPr>
              <a:t>.90 </a:t>
            </a:r>
            <a:r>
              <a:rPr sz="900">
                <a:solidFill>
                  <a:srgbClr val="C9D4E5"/>
                </a:solidFill>
                <a:latin typeface="Consolas"/>
              </a:rPr>
              <a:t>WHERE student_id = 1</a:t>
            </a:r>
            <a:r>
              <a:rPr sz="1100">
                <a:solidFill>
                  <a:srgbClr val="C9D4E5"/>
                </a:solidFill>
                <a:latin typeface="MiSans"/>
              </a:rPr>
              <a:t>.
(R) Verify: </a:t>
            </a:r>
            <a:r>
              <a:rPr sz="900">
                <a:solidFill>
                  <a:srgbClr val="C9D4E5"/>
                </a:solidFill>
                <a:latin typeface="Consolas"/>
              </a:rPr>
              <a:t>SELECT gpa FROM students WHERE student_id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new student enrolled mid-semester:
(C) </a:t>
            </a:r>
            <a:r>
              <a:rPr sz="900">
                <a:solidFill>
                  <a:srgbClr val="C9D4E5"/>
                </a:solidFill>
                <a:latin typeface="Consolas"/>
              </a:rPr>
              <a:t>INSERT the student with all required fields</a:t>
            </a:r>
            <a:r>
              <a:rPr sz="1100">
                <a:solidFill>
                  <a:srgbClr val="C9D4E5"/>
                </a:solidFill>
                <a:latin typeface="MiSans"/>
              </a:rPr>
              <a:t>.
(R)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confirm insertion</a:t>
            </a:r>
            <a:r>
              <a:rPr sz="1100">
                <a:solidFill>
                  <a:srgbClr val="C9D4E5"/>
                </a:solidFill>
                <a:latin typeface="MiSans"/>
              </a:rPr>
              <a:t>.
(U) </a:t>
            </a:r>
            <a:r>
              <a:rPr sz="900">
                <a:solidFill>
                  <a:srgbClr val="C9D4E5"/>
                </a:solidFill>
                <a:latin typeface="Consolas"/>
              </a:rPr>
              <a:t>UPDATE phone number after correction</a:t>
            </a:r>
            <a:r>
              <a:rPr sz="1100">
                <a:solidFill>
                  <a:srgbClr val="C9D4E5"/>
                </a:solidFill>
                <a:latin typeface="MiSans"/>
              </a:rPr>
              <a:t>.
(R) Final verification </a:t>
            </a:r>
            <a:r>
              <a:rPr sz="900">
                <a:solidFill>
                  <a:srgbClr val="C9D4E5"/>
                </a:solidFill>
                <a:latin typeface="Consolas"/>
              </a:rPr>
              <a:t>SELECT.</a:t>
            </a:r>
            <a:r>
              <a:rPr sz="1100">
                <a:solidFill>
                  <a:srgbClr val="C9D4E5"/>
                </a:solidFill>
                <a:latin typeface="MiSans"/>
              </a:rPr>
              <a:t>
Write all four steps.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CRUD cycle for a student named 'Rafi Islam':
</a:t>
            </a:r>
            <a:r>
              <a:rPr sz="900">
                <a:solidFill>
                  <a:srgbClr val="C9D4E5"/>
                </a:solidFill>
                <a:latin typeface="Consolas"/>
              </a:rPr>
              <a:t>INSERT → SELECT → UPDATE gpa to 3</a:t>
            </a:r>
            <a:r>
              <a:rPr sz="1100">
                <a:solidFill>
                  <a:srgbClr val="C9D4E5"/>
                </a:solidFill>
                <a:latin typeface="MiSans"/>
              </a:rPr>
              <a:t>.80 → </a:t>
            </a:r>
            <a:r>
              <a:rPr sz="900">
                <a:solidFill>
                  <a:srgbClr val="C9D4E5"/>
                </a:solidFill>
                <a:latin typeface="Consolas"/>
              </a:rPr>
              <a:t>SELECT again → DELETE → SELECT to confirm deletion</a:t>
            </a:r>
            <a:r>
              <a:rPr sz="1100">
                <a:solidFill>
                  <a:srgbClr val="C9D4E5"/>
                </a:solidFill>
                <a:latin typeface="MiSans"/>
              </a:rPr>
              <a:t>.
All steps in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SQL-W003: CRUD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