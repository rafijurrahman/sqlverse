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RANK() vs DENSE_RANK()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RANK and DENSE_RANK.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RANK and DENSE_RANK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cat_totals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total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cat_totals;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DENSE_RANK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RANK() vs DENSE_RANK()?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RANK and DENSE_RANK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RANK() vs DENSE_RANK()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RANK() vs DENSE_RANK()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RANK() vs DENSE_RANK()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cat_totals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total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cat_totals;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RANK() vs DENSE_RANK()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RANK vs DENSE_RANK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cat_totals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total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cat_totals;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rnk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22850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RANK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DENSE_RANK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the difference using category totals:
</a:t>
            </a:r>
            <a:r>
              <a:rPr sz="900">
                <a:solidFill>
                  <a:srgbClr val="C9D4E5"/>
                </a:solidFill>
                <a:latin typeface="Consolas"/>
              </a:rPr>
              <a:t>WITH cat_totals AS (SELECT category, SUM(revenue) AS total FROM sales GROUP BY category)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total, RANK() OVER (ORDER BY total DESC) AS rnk, DENSE_RANK() OVER (ORDER BY total DESC) AS dense_rnk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FROM cat_totals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When two sales have the exact same revenue:
RANK() gives them the same rank but skips the next number.
DENSE_RANK() gives them the same rank but does NOT skip.
Find sales with equal revenues (if none, explain the concept using a UNION to add a duplicate).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leaderboard uses DENSE_RANK so no rank numbers are skipped. Write a store leaderboard: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store_rev AS (SELECT store, SUM(revenue) AS total FROM sales GROUP BY store)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total, DENSE_RANK() OVER (ORDER BY total DESC) AS "Position" FROM store_rev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RANK, DENSE_RANK, and ROW_NUMBER() all three side by side:
Compare all three for sales ranked by revenue. Observe: ROW_NUMBER always unique, RANK skips after ties, DENSE_RANK never skips.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SQL-C027: RANK() vs DENSE_RANK()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