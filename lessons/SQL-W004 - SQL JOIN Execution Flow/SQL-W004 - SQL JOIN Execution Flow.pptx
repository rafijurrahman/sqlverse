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SQL JOIN Execution Flow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SQL JOIN Execution Flow.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JOIN Execution Flow.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SQL JOIN Execution Flow?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JOIN Execution Flow.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SQL JOIN Execution Flow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SQL JOIN Execution Flow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SQL JOIN Execution Flow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SQL JOIN Execution Flow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JOIN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and explain the execution order: FROM → (JOIN applied) → WHERE → GROUP BY → HAVING → SELECT → ORDER BY</a:t>
            </a:r>
            <a:r>
              <a:rPr sz="1100">
                <a:solidFill>
                  <a:srgbClr val="C9D4E5"/>
                </a:solidFill>
                <a:latin typeface="MiSans"/>
              </a:rPr>
              <a:t>. Write a simple join demonstrating this.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all clauses: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LEFT JOIN orders → WHERE city = 'Dhaka' → GROUP BY customer_id → HAVING COUNT &gt; 0 → SELECT name, count → ORDER BY count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Join customers and orders. Apply: </a:t>
            </a:r>
            <a:r>
              <a:rPr sz="900">
                <a:solidFill>
                  <a:srgbClr val="C9D4E5"/>
                </a:solidFill>
                <a:latin typeface="Consolas"/>
              </a:rPr>
              <a:t>WHERE (before join effect), GROUP BY customer, HAVING (total &gt; 1000), ORDER BY total DESC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complete query showing proper execution order.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</a:t>
            </a:r>
            <a:r>
              <a:rPr sz="900">
                <a:solidFill>
                  <a:srgbClr val="C9D4E5"/>
                </a:solidFill>
                <a:latin typeface="Consolas"/>
              </a:rPr>
              <a:t>WHERE applied to both tables: customers WHERE joined_date &gt; '2023-01-01',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Show how the </a:t>
            </a:r>
            <a:r>
              <a:rPr sz="900">
                <a:solidFill>
                  <a:srgbClr val="C9D4E5"/>
                </a:solidFill>
                <a:latin typeface="Consolas"/>
              </a:rPr>
              <a:t>JOIN filters interact with individual table filters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SQL-W004: SQL JOIN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