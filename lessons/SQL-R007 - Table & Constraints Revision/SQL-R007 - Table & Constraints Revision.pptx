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SQL-R007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Table &amp; Constraints Revision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Review and reinforce your SQL skills for Table &amp; Constraints.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Table &amp; Constraints Revision through practice.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Combine queries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SQL-R007: Table &amp; Constraints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Table &amp; Constraints Revision?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Table &amp; Constraints Revision through practice.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Reinforcing syntax rules through cumulative practice builds long-term muscle memory.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Review these revision slides after completing a block of core SQL topics.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Table &amp; Constraints Revision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Table &amp; Constraints Revision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SQL-R007: Table &amp; Constraints Revision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Table &amp; Constraints Revision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SQL-R007: Table &amp; Constraints Revision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Table &amp; Constraints Revision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Table revision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SQL-R007: Table &amp; Constraints Revision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Skipping practice challenges on revision slides.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Repeating basic syntax errors under revision checks.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edge cases like NULL or empty strings.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unformatted answers for practice questions.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warnings and query execution errors.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different style rules in revision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Cumulative practice builds long-term muscle memory.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Reinforce syntax rules through cumulative coding.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Test queries against edge cases and empty database values.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structured answers with uppercase keywords.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and format queries for revision review.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solution logic in query headers.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SQL-R007: Table &amp; Constraints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Revision consolidates core syntax rules.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Helps identify gaps in query logic.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Improves problem-solving speed.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Prepares for real-world projects.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SQL-R007: Table &amp; Constraints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three </a:t>
            </a:r>
            <a:r>
              <a:rPr sz="900">
                <a:solidFill>
                  <a:srgbClr val="C9D4E5"/>
                </a:solidFill>
                <a:latin typeface="Consolas"/>
              </a:rPr>
              <a:t>SELECT queries to explore the students table:</a:t>
            </a:r>
            <a:r>
              <a:rPr sz="1100">
                <a:solidFill>
                  <a:srgbClr val="C9D4E5"/>
                </a:solidFill>
                <a:latin typeface="MiSans"/>
              </a:rPr>
              <a:t>
(A) Display all active students.
(B) Display students with GPA above 3.5.
(C) Display students with missing phone numbers (IS NULL).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summarize the students table:
- Total students per enrollment_status using </a:t>
            </a:r>
            <a:r>
              <a:rPr sz="900">
                <a:solidFill>
                  <a:srgbClr val="C9D4E5"/>
                </a:solidFill>
                <a:latin typeface="Consolas"/>
              </a:rPr>
              <a:t>GROUP BY.</a:t>
            </a:r>
            <a:r>
              <a:rPr sz="1100">
                <a:solidFill>
                  <a:srgbClr val="C9D4E5"/>
                </a:solidFill>
                <a:latin typeface="MiSans"/>
              </a:rPr>
              <a:t>
- Average GPA per status.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registrar needs a report:
(A) Top 3 students by GPA (only Active students).
(B) Students missing GPA (gpa IS NULL) — these need to be graded.
Write both queries.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verify data quality:
- No duplicate emails: </a:t>
            </a:r>
            <a:r>
              <a:rPr sz="900">
                <a:solidFill>
                  <a:srgbClr val="C9D4E5"/>
                </a:solidFill>
                <a:latin typeface="Consolas"/>
              </a:rPr>
              <a:t>SELECT email, COUNT(*) FROM students GROUP BY email HAVING COUNT(*) &gt; 1</a:t>
            </a:r>
            <a:r>
              <a:rPr sz="1100">
                <a:solidFill>
                  <a:srgbClr val="C9D4E5"/>
                </a:solidFill>
                <a:latin typeface="MiSans"/>
              </a:rPr>
              <a:t>.
- All GPA values are in valid range: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students WHERE gpa NOT BETWEEN 0 AND 4</a:t>
            </a:r>
            <a:r>
              <a:rPr sz="1100">
                <a:solidFill>
                  <a:srgbClr val="C9D4E5"/>
                </a:solidFill>
                <a:latin typeface="MiSans"/>
              </a:rPr>
              <a:t>.
- Both should return 0 rows if data is clean.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SQL-R007: Table &amp; Constraints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