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SQL-176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Optimizing JOIN Queries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SQL-176: Optimizing JOIN Queries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Optimizing JOIN Queries?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Optimizing JOIN Queries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Optimizing JOIN Queries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SQL-176: Optimizing JOIN Queries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Optimizing JOIN Queries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Shipped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addr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SQL-176: Optimizing JOIN Queries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Optimizing JOIN Queries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Optimize JOIN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orders o ON c.customer_id = o.customer_id;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addr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opcode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Init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OpenRead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OpenRead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SQL-176: Optimizing JOIN Queries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SQL-176: Optimizing JOIN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Optimizing JOIN Queries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SQL-176: Optimizing JOIN Queries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optimized </a:t>
            </a:r>
            <a:r>
              <a:rPr sz="900">
                <a:solidFill>
                  <a:srgbClr val="C9D4E5"/>
                </a:solidFill>
                <a:latin typeface="Consolas"/>
              </a:rPr>
              <a:t>JOIN: ensure both tables have indexes on the JOIN column</a:t>
            </a:r>
            <a:r>
              <a:rPr sz="1100">
                <a:solidFill>
                  <a:srgbClr val="C9D4E5"/>
                </a:solidFill>
                <a:latin typeface="MiSans"/>
              </a:rPr>
              <a:t>. Join customers and orders on customer_id (both have it as PK/FK). EXPLAIN the </a:t>
            </a:r>
            <a:r>
              <a:rPr sz="900">
                <a:solidFill>
                  <a:srgbClr val="C9D4E5"/>
                </a:solidFill>
                <a:latin typeface="Consolas"/>
              </a:rPr>
              <a:t>JOIN.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Filter before joining when possible:
(A) Less optimal: </a:t>
            </a:r>
            <a:r>
              <a:rPr sz="900">
                <a:solidFill>
                  <a:srgbClr val="C9D4E5"/>
                </a:solidFill>
                <a:latin typeface="Consolas"/>
              </a:rPr>
              <a:t>JOIN first, then filter</a:t>
            </a:r>
            <a:r>
              <a:rPr sz="1100">
                <a:solidFill>
                  <a:srgbClr val="C9D4E5"/>
                </a:solidFill>
                <a:latin typeface="MiSans"/>
              </a:rPr>
              <a:t>.
</a:t>
            </a:r>
            <a:r>
              <a:rPr sz="900">
                <a:solidFill>
                  <a:srgbClr val="C9D4E5"/>
                </a:solidFill>
                <a:latin typeface="Consolas"/>
              </a:rPr>
              <a:t>SELECT c</a:t>
            </a:r>
            <a:r>
              <a:rPr sz="1100">
                <a:solidFill>
                  <a:srgbClr val="C9D4E5"/>
                </a:solidFill>
                <a:latin typeface="MiSans"/>
              </a:rPr>
              <a:t>.first_name, o.total_amount </a:t>
            </a:r>
            <a:r>
              <a:rPr sz="900">
                <a:solidFill>
                  <a:srgbClr val="C9D4E5"/>
                </a:solidFill>
                <a:latin typeface="Consolas"/>
              </a:rPr>
              <a:t>FROM customers c JOIN orders o ON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o.customer_id </a:t>
            </a:r>
            <a:r>
              <a:rPr sz="900">
                <a:solidFill>
                  <a:srgbClr val="C9D4E5"/>
                </a:solidFill>
                <a:latin typeface="Consolas"/>
              </a:rPr>
              <a:t>WHERE o</a:t>
            </a:r>
            <a:r>
              <a:rPr sz="1100">
                <a:solidFill>
                  <a:srgbClr val="C9D4E5"/>
                </a:solidFill>
                <a:latin typeface="MiSans"/>
              </a:rPr>
              <a:t>.status = 'Completed'.
(B) More optimal: same query, but ensure the </a:t>
            </a:r>
            <a:r>
              <a:rPr sz="900">
                <a:solidFill>
                  <a:srgbClr val="C9D4E5"/>
                </a:solidFill>
                <a:latin typeface="Consolas"/>
              </a:rPr>
              <a:t>WHERE is applied efficiently by having an index on orders</a:t>
            </a:r>
            <a:r>
              <a:rPr sz="1100">
                <a:solidFill>
                  <a:srgbClr val="C9D4E5"/>
                </a:solidFill>
                <a:latin typeface="MiSans"/>
              </a:rPr>
              <a:t>.status.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JOIN optimization: use INNER JOIN instead of subquery when joining is more efficient</a:t>
            </a:r>
            <a:r>
              <a:rPr sz="1100">
                <a:solidFill>
                  <a:srgbClr val="C9D4E5"/>
                </a:solidFill>
                <a:latin typeface="MiSans"/>
              </a:rPr>
              <a:t>. Rewrite:
</a:t>
            </a:r>
            <a:r>
              <a:rPr sz="900">
                <a:solidFill>
                  <a:srgbClr val="C9D4E5"/>
                </a:solidFill>
                <a:latin typeface="Consolas"/>
              </a:rPr>
              <a:t>FROM customers WHERE customer_id IN (SELECT customer_id FROM orders WHERE status = 'Completed')</a:t>
            </a:r>
            <a:r>
              <a:rPr sz="1100">
                <a:solidFill>
                  <a:srgbClr val="C9D4E5"/>
                </a:solidFill>
                <a:latin typeface="MiSans"/>
              </a:rPr>
              <a:t>
as an INNER </a:t>
            </a:r>
            <a:r>
              <a:rPr sz="900">
                <a:solidFill>
                  <a:srgbClr val="C9D4E5"/>
                </a:solidFill>
                <a:latin typeface="Consolas"/>
              </a:rPr>
              <a:t>JOIN: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FROM customers c JOIN orders o ON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o.customer_id </a:t>
            </a:r>
            <a:r>
              <a:rPr sz="900">
                <a:solidFill>
                  <a:srgbClr val="C9D4E5"/>
                </a:solidFill>
                <a:latin typeface="Consolas"/>
              </a:rPr>
              <a:t>WHERE o</a:t>
            </a:r>
            <a:r>
              <a:rPr sz="1100">
                <a:solidFill>
                  <a:srgbClr val="C9D4E5"/>
                </a:solidFill>
                <a:latin typeface="MiSans"/>
              </a:rPr>
              <a:t>.status = 'Completed'.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EXPLAIN for a 3-table </a:t>
            </a:r>
            <a:r>
              <a:rPr sz="900">
                <a:solidFill>
                  <a:srgbClr val="C9D4E5"/>
                </a:solidFill>
                <a:latin typeface="Consolas"/>
              </a:rPr>
              <a:t>JOIN: customers, orders, (with a derived table)</a:t>
            </a:r>
            <a:r>
              <a:rPr sz="1100">
                <a:solidFill>
                  <a:srgbClr val="C9D4E5"/>
                </a:solidFill>
                <a:latin typeface="MiSans"/>
              </a:rPr>
              <a:t>. Identify which table is the "driving table" and how indexes affect performance. Discuss how to reorder conditions to optimize.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SQL-176: Optimizing JOIN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