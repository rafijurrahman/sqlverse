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SQL-C028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LEAD() vs LAG()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LEAD and LAG.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LEAD and LAG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LAG(revenue) OVER (ORDER BY sale_date) AS prev_revenue,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LEAD(revenue) OVER (ORDER BY sale_date) AS next_revenue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LAG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SQL-C028: LEAD() vs LAG()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LEAD() vs LAG()?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LEAD and LAG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LEAD() vs LAG()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LEAD() vs LAG()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SQL-C028: LEAD() vs LAG()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LEAD() vs LAG()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LAG(revenue) OVER (ORDER BY sale_date) AS prev_revenue,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LEAD(revenue) OVER (ORDER BY sale_date) AS next_revenue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SQL-C028: LEAD() vs LAG()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LEAD() vs LAG()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LEAD vs LAG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LAG(revenue) OVER (ORDER BY sale_date) AS prev_revenue,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LEAD(revenue) OVER (ORDER BY sale_date) AS next_revenue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SQL-C028: LEAD() vs LAG()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SQL-C028: LEAD() vs LAG()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LEAD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LAG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SQL-C028: LEAD() vs LAG()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one query showing both LEAD and LAG side by side:
LAG(revenue)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prev_revenue,</a:t>
            </a:r>
            <a:r>
              <a:rPr sz="1100">
                <a:solidFill>
                  <a:srgbClr val="C9D4E5"/>
                </a:solidFill>
                <a:latin typeface="MiSans"/>
              </a:rPr>
              <a:t>
LEAD(revenue)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next_revenue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growth rate using LEAD and LAG:
(revenue - LAG(revenue)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sale_date)) / LAG(revenue) OVER (ORDER BY sale_date) * 100 AS growth_pct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trend analysis dashboard shows each sale with previous, current, and next values.
Display: sale_date, LAG(revenue) as "Previous", revenue as "Current", LEAD(revenue) as "Next".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LAG(2) to look back 2 periods and LEAD(2) to look forward 2 periods:
LAG(revenue, 2)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two_periods_ago,</a:t>
            </a:r>
            <a:r>
              <a:rPr sz="1100">
                <a:solidFill>
                  <a:srgbClr val="C9D4E5"/>
                </a:solidFill>
                <a:latin typeface="MiSans"/>
              </a:rPr>
              <a:t>
LEAD(revenue, 2)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two_periods_ahead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SQL-C028: LEAD() vs LAG()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