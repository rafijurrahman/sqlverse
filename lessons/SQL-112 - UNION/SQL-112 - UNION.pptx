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UNION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UNION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UNION when querying datasets that require UNION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shipment_date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shipment_date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UNION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to combine tracking_number and shipment_date from domestic_shipments and international_shipments. UNION removes duplicates.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to combine all Delivered shipments from both tables. Display tracking_number, status, and shipment_date. Note: tracking_number BD-1001 appears twice in domestic — UNION removes one.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logistics dashboard needs a combined view of all shipments. Write a UNION query that selects tracking_number, weight_kg, status, and shipment_date from both domestic and international tables. Add a label column 'Domestic' / 'International'.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combining domestic, international, and returned shipments. Select tracking_number, weight_kg, status from all three tables. UNION removes duplicates — verify by checking if BD-1001 appears multiple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SQL-112: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