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SQL-C001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AND vs OR vs NOT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AND and OR.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AND and OR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is_active = 1 AND category = 'Electronics';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category = 'Electronics' OR category = 'Furniture';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OR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SQL-C001: AND vs OR vs NOT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AND vs OR vs NOT?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AND and OR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AND vs OR vs NOT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AND vs OR vs NOT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SQL-C001: AND vs OR vs NOT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AND vs OR vs NOT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Gaming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is_active = 1 AND category = 'Electronics';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category = 'Electronics' OR category = 'Furniture';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SQL-C001: AND vs OR vs NOT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AND vs OR vs NOT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AND vs OR vs NOT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is_active = 1 AND category = 'Electronics';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category = 'Electronics' OR category = 'Furniture';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SQL-C001: AND vs OR vs NOT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AND executes after OR without grouping.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redundant or overlapping conditional logic.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Negating complex criteria with NOT without brackets.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nested conditions that span multiple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NOT with other logical operators blindly.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identical checks across multiple filters.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 AND and OR expressions using clear parentheses.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search conditions concise and mutually exclusive.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Negate nested criteria using readable NOT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AND and OR operators at the start of new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indentation to show the hierarchy of conditions.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 negative conditions to optimize query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SQL-C001: AND vs OR vs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AND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OR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SQL-C001: AND vs OR vs NOT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one query using AND to find active products (is_active = 1) in the 'Electronics' category.
Then write another query using OR to find products that are either in 'Electronics' OR 'Furniture'.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NOT to find all products that are NOT in the 'Stationery' category.
Then write a query to find products that are NOT active (is_active = 0).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 store needs to run three different filters on their product table:
(A) Find active Furniture products above 5000.
(B) Find products from Logitech OR Sony.
(C) Find all products that are NOT out of stock (stock &gt; 0) AND NOT inactive.
Write one separate query for each filter.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active products (is_active = 1) that are either in 'Electronics' OR 'Furniture' but NOT from the brand 'Walton'.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SQL-C001: AND vs OR vs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