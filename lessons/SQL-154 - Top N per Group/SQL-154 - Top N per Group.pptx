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SQL-154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Top N per Group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Top N per Group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Top N per Group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( SELECT *, ROW_NUMBER() OVER (ORDER BY revenue DESC) AS rn FROM sales ) AS 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rn &lt;= 3;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SQL-154: Top N per Group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Top N per Group?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Top N per Group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Top N per Group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Top N per Group when querying datasets that require Top N per Group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Top N per Group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Top N per Group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SQL-154: Top N per Group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Top N per Group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( SELECT *, ROW_NUMBER() OVER (ORDER BY revenue DESC) AS rn FROM sales ) AS 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rn &lt;= 3;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9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SQL-154: Top N per Group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Top N per Group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Top 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( SELECT *, ROW_NUMBER() OVER (ORDER BY revenue DESC) AS rn FROM sales ) AS 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rn &lt;= 3;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2024-02-02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Sylhet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9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2024-03-01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2024-03-10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Sylhet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SQL-154: Top N per Group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SQL-154: Top N per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Top N per Group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SQL-154: Top N per Group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the top 3 sales overall by revenue using ROW_NUMBER:
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(SELECT *, ROW_NUMBER() OVER (ORDER BY revenue DESC) AS rn FROM sales) AS r WHERE rn &lt;= 3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the top 2 sales per category using ROW_NUMBER with PARTITION BY:
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(SELECT *, ROW_NUMBER() OVER (PARTITION BY category ORDER BY revenue DESC) AS rn FROM sales) AS r WHERE rn &lt;= 2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sales director wants the top-performing sale from each region. Write a query to find the #1 sale per region by revenue.
Use: ROW_NUMBER() OVER (PARTITION BY region </a:t>
            </a:r>
            <a:r>
              <a:rPr sz="900">
                <a:solidFill>
                  <a:srgbClr val="C9D4E5"/>
                </a:solidFill>
                <a:latin typeface="Consolas"/>
              </a:rPr>
              <a:t>ORDER BY revenue DESC) = 1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the top 3 stores by revenue using RANK() instead of ROW_NUMBER. Use RANK in case of ties:
</a:t>
            </a:r>
            <a:r>
              <a:rPr sz="900">
                <a:solidFill>
                  <a:srgbClr val="C9D4E5"/>
                </a:solidFill>
                <a:latin typeface="Consolas"/>
              </a:rPr>
              <a:t>WITH store_rev AS (SELECT store, SUM(revenue) AS total FROM sales GROUP BY store)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store, total, RANK() OVER (ORDER BY total DESC) AS rnk FROM store_rev WHERE RANK() &lt;= 3</a:t>
            </a:r>
            <a:r>
              <a:rPr sz="1100">
                <a:solidFill>
                  <a:srgbClr val="C9D4E5"/>
                </a:solidFill>
                <a:latin typeface="MiSans"/>
              </a:rPr>
              <a:t>. (Note: use a subquery.)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SQL-154: Top N per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