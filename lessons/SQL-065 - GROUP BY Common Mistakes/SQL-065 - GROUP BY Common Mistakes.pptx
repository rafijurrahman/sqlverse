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SQL-065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GROUP BY Common Mistakes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Group rows sharing matching column values.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SQL-065: GROUP BY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What is GROUP BY Common Mistakes?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You cannot display aggregate summaries alongside detail rows without grouping them.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GROUP BY whenever you need to compute summaries (sum, avg) per category.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GROUP BY Common Mistakes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GROUP BY Common Mistakes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SQL-065: GROUP BY Common Mistakes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GROUP BY Common Mistakes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SQL-065: GROUP BY Common Mistakes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GROUP BY Common Mistakes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GROUP BY mistakes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SUM(quantity * unit_price)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14850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19000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2420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SQL-065: GROUP BY Common Mistakes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Omitting SELECT columns from the GROUP BY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a primary key or unique key column.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grouped summaries inside the WHERE clause.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column numbers instead of naming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excessively complex grouping expressions.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grouped details without explicit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Include all non-aggregated SELECT columns in GROUP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 by category or dimension columns for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HAVING to filter groups after aggregation.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SELECT list and GROUP BY columns fully aligned.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GROUP BY columns cleanly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grouped results using aggregated expressions.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SQL-065: GROUP BY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GROUP BY Common Mistakes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SQL-065: GROUP BY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correct </a:t>
            </a:r>
            <a:r>
              <a:rPr sz="900">
                <a:solidFill>
                  <a:srgbClr val="C9D4E5"/>
                </a:solidFill>
                <a:latin typeface="Consolas"/>
              </a:rPr>
              <a:t>GROUP BY query: SELECT category, SUM(quantity * unit_price) FROM order_items GROUP BY category</a:t>
            </a:r>
            <a:r>
              <a:rPr sz="1100">
                <a:solidFill>
                  <a:srgbClr val="C9D4E5"/>
                </a:solidFill>
                <a:latin typeface="MiSans"/>
              </a:rPr>
              <a:t>. This avoids the common mistake of selecting non-aggregated columns without </a:t>
            </a:r>
            <a:r>
              <a:rPr sz="900">
                <a:solidFill>
                  <a:srgbClr val="C9D4E5"/>
                </a:solidFill>
                <a:latin typeface="Consolas"/>
              </a:rPr>
              <a:t>GROUP BY.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Identify the error: If someone writes </a:t>
            </a:r>
            <a:r>
              <a:rPr sz="900">
                <a:solidFill>
                  <a:srgbClr val="C9D4E5"/>
                </a:solidFill>
                <a:latin typeface="Consolas"/>
              </a:rPr>
              <a:t>SELECT store, category, SUM(revenue) FROM items GROUP BY store — what is missing from GROUP BY? Write the corrected version: GROUP BY store, category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correct query: calculate total revenue per store, where the total is calculated correctly as SUM(quantity * unit_price) NOT just SUM(unit_price). Show category, store, and correct total revenue.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</a:t>
            </a:r>
            <a:r>
              <a:rPr sz="900">
                <a:solidFill>
                  <a:srgbClr val="C9D4E5"/>
                </a:solidFill>
                <a:latin typeface="Consolas"/>
              </a:rPr>
              <a:t>GROUP BY store and category, with a HAVING clause that references the alias "total_rev" — note that standard SQL requires repeating the expression in HAVING: HAVING SUM(quantity * unit_price) &gt; 2000, not HAVING total_rev &gt; 2000</a:t>
            </a:r>
            <a:r>
              <a:rPr sz="1100">
                <a:solidFill>
                  <a:srgbClr val="C9D4E5"/>
                </a:solidFill>
                <a:latin typeface="MiSans"/>
              </a:rPr>
              <a:t>. Write the correct 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SQL-065: GROUP BY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