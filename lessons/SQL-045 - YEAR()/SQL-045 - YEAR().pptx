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SQL-045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YEAR()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YEAR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YEAR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admission_id,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patient_name,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YEAR(admission_date)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admissions;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admissions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SQL-045: YEAR()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YEAR()?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YEAR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YEAR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YEAR when querying datasets that require YEAR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YEAR()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YEAR()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SQL-045: YEAR()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YEAR()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admission_id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patient_name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doctor_name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ward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 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 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Maternity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Milon Ahmed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admission_id,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patient_name,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YEAR(admission_date)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admissions;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SQL-045: YEAR()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YEAR()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admissions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Admission year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admission_id,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patient_name,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YEAR(admission_date)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admissions;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SQL-045: YEAR()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SQL-045: YEAR()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YEAR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SQL-045: YEAR()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extract the year from admission_date using YEAR(admission_date). Display admission_id, patient_name, and the year.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count total admissions per year using </a:t>
            </a:r>
            <a:r>
              <a:rPr sz="900">
                <a:solidFill>
                  <a:srgbClr val="C9D4E5"/>
                </a:solidFill>
                <a:latin typeface="Consolas"/>
              </a:rPr>
              <a:t>GROUP BY YEAR(admission_date)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hospital wants all admissions from 2024. Write a query using YEAR(admission_date) = 2024 to filter and display patient_name, ward, and admission_date.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YEAR(admission_date) as "Year", YEAR(discharge_date) as "Discharge Year", and check if they are in the same year. Filter to show only admissions where the patient was discharged in the same year they were admitted.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SQL-045: YEAR()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