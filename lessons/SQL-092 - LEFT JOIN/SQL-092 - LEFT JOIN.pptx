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Customers without orders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LEFT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between customers and orders</a:t>
            </a:r>
            <a:r>
              <a:rPr sz="1100">
                <a:solidFill>
                  <a:srgbClr val="C9D4E5"/>
                </a:solidFill>
                <a:latin typeface="MiSans"/>
              </a:rPr>
              <a:t>. Display all customers including those with no orders (orders columns will be NULL).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and filter to show ONLY customers who have NO orders: WHERE order_id IS NULL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marketing team wants to target inactive customers who have never placed an order. 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query to find customers without any orders and display their name, email, and city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to show all customers with their most recent order date using MAX(order_date)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 Include customers without orders (showing NULL for the date). Group by customer_id.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SQL-092: LEFT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