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SQL-015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IS NULL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Handle empty or missing values in tables.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IS NULL checks if a table cell contains no data. It evaluates empty database values.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phone IS NULL;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SQL-015: IS NULL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IS NULL?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IS NULL checks if a table cell contains no data. It evaluates empty database values.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NULL is not a value or empty string; it is a placeholder for unknown or missing data.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IS NULL or IS NOT NULL to find incomplete forms, missing entries, or unassigned values.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IS NULL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IS NULL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SQL-015: IS NULL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IS NULL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rahim@email.com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Rahman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fatema@email.com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phone IS NULL;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SQL-015: IS NULL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IS NULL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Missing phone numbers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phone IS NULL;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Rahman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Nasrin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Akter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Milon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SQL-015: IS NULL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Checking for NULL using the equal operator (= NULL).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NULL equals zero or an empty string ('').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handle NULLs in mathematical equations.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Negating NULL filters using incorrect double negatives.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columns without NULL handling in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Comparing NULL fields with standard logic keys.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use IS NULL or IS NOT NULL for empty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Treat NULL as an unknown value, not a blank cell.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COALESCE() or IFNULL() to replace NULL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NULL comparison checks clearly on new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Provide fallback values for calculations in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NULL handling rules in the database schema.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SQL-015: IS NULL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IS NULL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SQL-015: IS NULL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customers whose phone number is NULL.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customers whose email is NULL AND whose phone is also NULL.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customer support team needs to identify incomplete customer profiles. Find all customers who are missing either an email OR a phone number (or both). Display customer_id, first_name, last_name, email, and phone.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customers who have a missing city OR a missing email. Count how many such customers exist by wrapping your query in a subquery: </a:t>
            </a:r>
            <a:r>
              <a:rPr sz="900">
                <a:solidFill>
                  <a:srgbClr val="C9D4E5"/>
                </a:solidFill>
                <a:latin typeface="Consolas"/>
              </a:rPr>
              <a:t>SELECT COUNT(*) FROM (</a:t>
            </a:r>
            <a:r>
              <a:rPr sz="1100">
                <a:solidFill>
                  <a:srgbClr val="C9D4E5"/>
                </a:solidFill>
                <a:latin typeface="MiSans"/>
              </a:rPr>
              <a:t>...) AS incomplete.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SQL-015: IS NULL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