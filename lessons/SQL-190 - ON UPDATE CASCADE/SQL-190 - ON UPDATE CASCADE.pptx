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SQL-190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ON UPDATE CASCADE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ON UPDATE CASCADE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ON UPDATE CASCADE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UPDATE students SET student_id = 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99;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SQL-190: ON UPDATE CASCADE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ON UPDATE CASCADE?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ON UPDATE CASCADE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ON UPDATE CASCADE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ON UPDATE CASCADE when querying datasets that require ON UPDATE CASCADE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ON UPDATE CASCADE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ON UPDATE CASCADE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SQL-190: ON UPDATE CASCADE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ON UPDATE CASCADE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UPDATE students SET student_id = 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99;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SQL-190: ON UPDATE CASCADE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ON UPDATE CASCADE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ON UPDATE CASCADE constraint verification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UPDATE students SET student_id = 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99;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SQL-190: ON UPDATE CASCADE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SQL-190: ON UPDATE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ON UPDATE CASCADE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SQL-190: ON UPDATE CASCADE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Verify the behavior of ON </a:t>
            </a:r>
            <a:r>
              <a:rPr sz="900">
                <a:solidFill>
                  <a:srgbClr val="C9D4E5"/>
                </a:solidFill>
                <a:latin typeface="Consolas"/>
              </a:rPr>
              <a:t>UPDATE CASCADE by updating a student's student_id in the students table and checking if it updates in the enrollments table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in a SQL comment why ON </a:t>
            </a:r>
            <a:r>
              <a:rPr sz="900">
                <a:solidFill>
                  <a:srgbClr val="C9D4E5"/>
                </a:solidFill>
                <a:latin typeface="Consolas"/>
              </a:rPr>
              <a:t>UPDATE CASCADE is useful for natural primary keys compared to surrogate primary keys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registrar renumbers student IDs. Write an </a:t>
            </a:r>
            <a:r>
              <a:rPr sz="900">
                <a:solidFill>
                  <a:srgbClr val="C9D4E5"/>
                </a:solidFill>
                <a:latin typeface="Consolas"/>
              </a:rPr>
              <a:t>UPDATE query changing student_id 1 to 101, and verify that the change propagated to enrollments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 with a foreign key constraint having both ON UPDATE CASCADE and ON DELETE SET NULL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SQL-190: ON UPDATE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