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SQL-094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FULL OUTER JOIN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o.total_amount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UNION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o.total_amount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RIGHT JOIN orders o ON c.customer_id = o.customer_id;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SQL-094: FULL OUTER JOIN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FULL OUTER JOIN?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FULL OUTER JOIN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FULL OUTER JOIN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SQL-094: FULL OUTER JOIN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FULL OUTER JOIN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karim@shop.com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o.total_amount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UNION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o.total_amount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RIGHT JOIN orders o ON c.customer_id = o.customer_id;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None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SQL-094: FULL OUTER JOIN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FULL OUTER JOIN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Full outer join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o.total_amount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LEFT JOIN orders o ON c.customer_id = o.customer_id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UNION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c.customer_id,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c.first_name,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o.order_id,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o.total_amount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 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RIGHT JOIN orders o ON c.customer_id = o.customer_id;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None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None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1007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SQL-094: FULL OUTER JOIN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SQL-094: FULL OUTER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FULL OUTER JOIN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SQL-094: FULL OUTER JOIN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MySQL does not support FULL OUTER </a:t>
            </a:r>
            <a:r>
              <a:rPr sz="900">
                <a:solidFill>
                  <a:srgbClr val="C9D4E5"/>
                </a:solidFill>
                <a:latin typeface="Consolas"/>
              </a:rPr>
              <a:t>JOIN directly</a:t>
            </a:r>
            <a:r>
              <a:rPr sz="1100">
                <a:solidFill>
                  <a:srgbClr val="C9D4E5"/>
                </a:solidFill>
                <a:latin typeface="MiSans"/>
              </a:rPr>
              <a:t>. Write the equivalent using UNION of LEFT </a:t>
            </a:r>
            <a:r>
              <a:rPr sz="900">
                <a:solidFill>
                  <a:srgbClr val="C9D4E5"/>
                </a:solidFill>
                <a:latin typeface="Consolas"/>
              </a:rPr>
              <a:t>JOIN and RIGHT JOIN between customers and orders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FULL OUTER </a:t>
            </a:r>
            <a:r>
              <a:rPr sz="900">
                <a:solidFill>
                  <a:srgbClr val="C9D4E5"/>
                </a:solidFill>
                <a:latin typeface="Consolas"/>
              </a:rPr>
              <a:t>JOIN simulation: LEFT JOIN UNION ALL RIGHT JOIN WHERE left</a:t>
            </a:r>
            <a:r>
              <a:rPr sz="1100">
                <a:solidFill>
                  <a:srgbClr val="C9D4E5"/>
                </a:solidFill>
                <a:latin typeface="MiSans"/>
              </a:rPr>
              <a:t>.id IS NULL. Show all customers (including those without orders) AND all orders (including those without customers).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data quality team needs to find ALL unmatched records: customers without orders AND orders without customers. Write the FULL OUTER </a:t>
            </a:r>
            <a:r>
              <a:rPr sz="900">
                <a:solidFill>
                  <a:srgbClr val="C9D4E5"/>
                </a:solidFill>
                <a:latin typeface="Consolas"/>
              </a:rPr>
              <a:t>JOIN simulation and filter for rows where either side is NULL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complete FULL OUTER </a:t>
            </a:r>
            <a:r>
              <a:rPr sz="900">
                <a:solidFill>
                  <a:srgbClr val="C9D4E5"/>
                </a:solidFill>
                <a:latin typeface="Consolas"/>
              </a:rPr>
              <a:t>JOIN simulation that shows: customer_id (or order's customer_id), customer name, order_id, and a flag 'Has Order' / 'No Order' / 'No Customer'</a:t>
            </a:r>
            <a:r>
              <a:rPr sz="1100">
                <a:solidFill>
                  <a:srgbClr val="C9D4E5"/>
                </a:solidFill>
                <a:latin typeface="MiSans"/>
              </a:rPr>
              <a:t>. Use CASE for the flag.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SQL-094: FULL OUTER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