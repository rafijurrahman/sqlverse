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SQL-185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Composite Foreign Key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where at least one condition is met.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grade_reports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report_id INT PRIMARY KEY AUTO_INCREMENT,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semester VARCHAR(20)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grade_report_details VARCHAR(255),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CONSTRAINT fk_grade_reports_enrollments FOREIGN KEY (student_id, course_id, semester)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REFERENCES enrollments(student_id, course_id, semester)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students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SQL-185: Composite Foreign Key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Composite Foreign Key?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OR is a logical operator that returns true if any of the combined conditions are true.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allows database query results to include items matching alternative criteria options.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OR when retrieving records that fit any one of multiple acceptable criteria.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Composite Foreign Key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Composite Foreign Key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SQL-185: Composite Foreign Key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Composite Foreign Key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student_code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STD-003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grade_reports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report_id INT PRIMARY KEY AUTO_INCREMENT,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semester VARCHAR(20)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grade_report_details VARCHAR(255),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CONSTRAINT fk_grade_reports_enrollments FOREIGN KEY (student_id, course_id, semester)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REFERENCES enrollments(student_id, course_id, semester)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SQL-185: Composite Foreign Key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Composite Foreign Key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students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CHECK best practices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CREATE TABLE grade_reports (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report_id INT PRIMARY KEY AUTO_INCREMENT,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student_id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course_id INT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semester VARCHAR(20) NOT NULL,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grade_report_details VARCHAR(255),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CONSTRAINT fk_grade_reports_enrollments FOREIGN KEY (student_id, course_id, semester)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    REFERENCES enrollments(student_id, course_id, semester)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);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SQL-185: Composite Foreign Key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SQL-185: Composite Foreign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Composite Foreign Key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SQL-185: Composite Foreign Key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900">
                <a:solidFill>
                  <a:srgbClr val="C9D4E5"/>
                </a:solidFill>
                <a:latin typeface="Consolas"/>
              </a:rPr>
              <a:t>Create a table grade_reports that has a composite foreign key referencing the uq_enroll constraint (student_id, course_id, semester) in the enrollments table.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Explain how a composite foreign key ensures data integrity across multiple columns compared to individual foreign keys.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query joining enrollments to a hypothetical table attendance using a composite relationship on student_id and course_id.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</a:t>
            </a:r>
            <a:r>
              <a:rPr sz="900">
                <a:solidFill>
                  <a:srgbClr val="C9D4E5"/>
                </a:solidFill>
                <a:latin typeface="Consolas"/>
              </a:rPr>
              <a:t>CREATE TABLE statement for class_schedules and show how a composite foreign key can reference a composite primary key in another table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SQL-185: Composite Foreign Key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