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VIEW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VIEW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VIEW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customer_orders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CONCAT(c.first_name, ' ', c.last_name) AS 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customer_orders;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VIEW?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VIEW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VIEW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VIEW when querying datasets that require VIEW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VIEW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VIEW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VIEW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customer_orders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CONCAT(c.first_name, ' ', c.last_name) AS 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customer_orders;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VIEW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VIEW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customer_orders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CONCAT(c.first_name, ' ', c.last_name) AS 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customer_orders;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complex views that nest other views deeply.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Attempting to update read-only views with aggregates.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views improve performance (they are just queries).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view definitions without naming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views active after tables are dropped.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views for single-use queries.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views simple and focused on query reuse.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views primarily for security and data abstraction.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materialized views for performance if supported.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view definition queries with clean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keywords (CREATE, VIEW, AS).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view schemas in database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VIEW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view called customer_orders that joins customers and orders:
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customer_orders AS SELECT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.customer_id, CONCAT(c.first_name,' ',c.last_name) AS name, o.order_id, o.total_amount, o.status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o.customer_id.
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customer_orders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view for completed orders only:
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completed_orders AS 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
Query it: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completed_orders WHERE total_amount &gt; 2000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reporting team needs a pre-built view for the order summary. Create view order_summary with: order_id, customer name, total_amount, status, order_date. Then query the top 5 orders by amount.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view that includes aggregations:
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customer_stats AS SELECT customer_id, COUNT(*) AS order_count, SUM(total_amount) AS total_spent, AVG(total_amount) AS avg_order FROM orders GROUP BY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
Query it to find customers with total_spent &gt; 5000.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SQL-161: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