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SQL-044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NOW()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NOW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NOW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NOW() AS "Current DateTime"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NOW()?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NOW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NOW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NOW when querying datasets that require NOW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NOW()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NOW()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NOW()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NOW() AS "Current DateTime"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NOW()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NOW()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NOW() AS "Current DateTime"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NOW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NOW() as "Current DateTime" along with all columns from appointments.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appointments where appointment_date &lt; DATE(NOW()). These are past appointments.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system wants to log when a report was run. Write a query to select all scheduled appointments and include NOW() as "Report Run At". Display patient_name, doctor_name, appointment_date.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show the difference in days between NOW() and appointment_date: DATEDIFF(NOW(), appointment_date) as "Days Since Appointment". Show patient_name, appointment_date, and days since. Sort by days since ascending.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SQL-044: NOW()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