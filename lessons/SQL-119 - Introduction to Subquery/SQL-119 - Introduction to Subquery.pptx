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Introduction to Subquery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customer_type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= ( SELECT city FROM customers WHERE customer_id = 1 );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SQL-119: Introduction to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Introduction to Subquery?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Introduction to Subquery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Introduction to Subquery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SQL-119: Introduction to Subquery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Introduction to Subquery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customer_type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= ( SELECT city FROM customers WHERE customer_id = 1 );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SQL-119: Introduction to Subquery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Introduction to Subquery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Introduction to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customer_type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= ( SELECT city FROM customers WHERE customer_id = 1 );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Tania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SQL-119: Introduction to Subquery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SQL-119: Introduction to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Introduction to Subquery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SQL-119: Introduction to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simple subquery to find customers who live in the same city as customer_id 1: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customers WHERE city = (SELECT city FROM customers WHERE customer_id = 1)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subquery to find all orders where total_amount is above the average order amount:
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&gt; (SELECT AVG(total_amount)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CRM team wants to find customers who have placed at least one order above 5000.
Write a subquery: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IN (SELECT customer_id FROM orders WHERE total_amount &gt; 5000)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subquery to find the customer who placed the highest single order.
Use: 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= (SELECT MAX(total_amount)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
Display customer name and order amount.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SQL-119: Introduction to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