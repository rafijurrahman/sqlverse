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DATE_ADD() vs DATE_SUB()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DATE_ADD and DATE_SUB.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DATE_ADD and DATE_SUB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DATE_ADD(appointment_date, INTERVAL 7 DAY) AS "One Week Later",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DATE_SUB(appointment_date, INTERVAL 7 DAY) AS "One Week Earlier"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DATE_SUB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SQL-C008: DATE_ADD() vs DATE_SUB()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DATE_ADD() vs DATE_SUB()?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DATE_ADD and DATE_SUB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DATE_ADD() vs DATE_SUB()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DATE_ADD() vs DATE_SUB()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SQL-C008: DATE_ADD() vs DATE_SUB()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DATE_ADD() vs DATE_SUB()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DATE_ADD(appointment_date, INTERVAL 7 DAY) AS "One Week Later",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DATE_SUB(appointment_date, INTERVAL 7 DAY) AS "One Week Earlier"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SQL-C008: DATE_ADD() vs DATE_SUB()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DATE_ADD() vs DATE_SUB()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DATE_ADD vs DATE_SUB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DATE_ADD(appointment_date, INTERVAL 7 DAY) AS "One Week Later",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DATE_SUB(appointment_date, INTERVAL 7 DAY) AS "One Week Earlier"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SQL-C008: DATE_ADD() vs DATE_SUB()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SQL-C008: DATE_ADD() vs DATE_SUB()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DATE_ADD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DATE_SUB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SQL-C008: DATE_ADD() vs DATE_SUB()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for each appointment:
- DATE_ADD(appointment_date, INTERVAL 7 DAY) as "One Week Later"
- DATE_SUB(appointment_date, INTERVAL 7 DAY) as "One Week Earlier"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appointments scheduled between 14 days before and 14 days after '2024-03-10': appointment_date BETWEEN DATE_SUB('2024-03-10', INTERVAL 14 DAY) AND DATE_ADD('2024-03-10', INTERVAL 14 DAY).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Upcoming reminder: Use DATE_SUB to find appointments within 3 days: appointment_date BETWEEN CURRENT_DATE AND DATE_ADD(CURRENT_DATE, INTERVAL 3 DAY).
(B) Past follow-up: Use DATE_ADD on past appointments to calculate the follow-up date.
Write both queries.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patient_name, appointment_date, DATE_ADD(appointment_date, INTERVAL 30 DAY) as "30 Days Later", DATE_SUB(appointment_date, INTERVAL 30 DAY) as "30 Days Earlier". Filter appointments in Q1 2024 (January–March 2024).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SQL-C008: DATE_ADD() vs DATE_SUB()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