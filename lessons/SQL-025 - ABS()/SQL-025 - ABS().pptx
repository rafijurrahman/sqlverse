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AA0BF"/>
                </a:solidFill>
                <a:latin typeface="MiSans"/>
              </a:rPr>
              <a:t>SQL-025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MiSans"/>
              </a:rPr>
              <a:t>ABS()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D4E5"/>
                </a:solidFill>
                <a:latin typeface="MiSans"/>
              </a:rPr>
              <a:t>Master the ABS concept in SQL database queries.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ABS is a key SQL feature used to filter, transform, or organize database tables.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82880" tIns="182880" rIns="182880" bIns="18288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product_name,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ABS(unit_price - cost_price) AS "Profit Per Unit"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order_items;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order_items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SQL-025: ABS()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What is ABS()?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ABS is a key SQL feature used to filter, transform, or organize database tables.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Understanding ABS helps you build robust data models and optimize search queries.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Use ABS when querying datasets that require ABS operations.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ABS()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FFC83D"/>
                </a:solidFill>
                <a:latin typeface="MiSans"/>
              </a:rPr>
              <a:t>TIP:  Always verify performance of ABS()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SQL-025: ABS()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How Does ABS()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342132" cy="1554480"/>
        </p:xfrm>
        <a:graphic>
          <a:graphicData uri="http://schemas.openxmlformats.org/drawingml/2006/table">
            <a:tbl>
              <a:tblPr/>
              <a:tblGrid>
                <a:gridCol w="427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2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6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item_id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order_id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quantity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Notebook A5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5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product_name,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ABS(unit_price - cost_price) AS "Profit Per Unit"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order_items;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303270" cy="738376"/>
        </p:xfrm>
        <a:graphic>
          <a:graphicData uri="http://schemas.openxmlformats.org/drawingml/2006/table">
            <a:tbl>
              <a:tblPr/>
              <a:tblGrid>
                <a:gridCol w="3303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Notebook A5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SQL-025: ABS()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ABS()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order_items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Profit difference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product_name,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ABS(unit_price - cost_price) AS "Profit Per Unit"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order_items;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303270" cy="854964"/>
        </p:xfrm>
        <a:graphic>
          <a:graphicData uri="http://schemas.openxmlformats.org/drawingml/2006/table">
            <a:tbl>
              <a:tblPr/>
              <a:tblGrid>
                <a:gridCol w="8938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7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Profit Per Unit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340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Notebook A5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60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480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SQL-025: ABS()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to filter data correctly.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the wrong clause for the task.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readability.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Poor formatting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Inconsistent naming conventions.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Difficult to maintain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clear and readable 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Follow SQL best practices.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Validate results before execution.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Proper indentation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Meaningful aliases and naming.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Consistent formatting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SQL-025: ABS()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ABS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Practice on DB Fiddle</a:t>
            </a:r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View Solution on GitHub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SQL-025: ABS()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calculate the absolute profit per unit: ABS(unit_price - cost_price). Display product_name and "Profit Per Unit".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calculate the total profit for each line item: (unit_price - cost_price) * quantity. Apply ABS() and label it "Total Profit". Sort by total profit descending.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finance team wants to identify items where the profit margin (unit_price - cost_price) is less than 100. Use ABS() to handle any sign differences and find items with ABS(unit_price - cost_price) &lt; 100.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calculate the profit margin percentage: ABS((unit_price - cost_price) / unit_price * 100) and round to 2 decimal places. Display product_name, unit_price, cost_price, and "Profit Margin %". Sort descending.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SQL-025: ABS()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