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SQL-W011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Designing Table Relationships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step-by-step query execution flow of Designing Table Relationships.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Workflow analysis explains the sequence of internal database operations for Designing Table Relationships.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TABLE students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student_id INT PRIMARY KEY AUTO_INCREMENT,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student_code VARCHAR(15) NOT NULL UNIQUE,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 VARCHAR(50)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last_name VARCHAR(50)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email VARCHAR(100) UNIQUE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gpa DECIMAL(3,2) CHECK (gpa BETWEEN 0 AND 4.0)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TABLE courses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course_id INT PRIMARY KEY,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course_code VARCHAR(15) NOT NULL UNIQUE,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course_name VARCHAR(100)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credits INT NOT NULL DEFAULT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TABLE enrollments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enrollment_id INT PRIMARY KEY AUTO_INCREMENT,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student_id INT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course_id INT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semester VARCHAR(20)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grade VARCHAR(5),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FOREIGN KEY (student_id) REFERENCES students(student_id) ON DELETE CASCADE,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FOREIGN KEY (course_id) REFERENCES courses(course_id) ON DELETE RESTRICT,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UNIQUE (student_id, course_id, semester)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Process operations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output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SQL-W011: Designing Table Relationships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Designing Table Relationships?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Workflow analysis explains the sequence of internal database operations for Designing Table Relationships.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database execution flow helps diagnose syntax errors and optimize speed.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Analyze workflows when writing complex queries or debugging execution paths.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Designing Table Relationships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output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Designing Table Relationships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SQL-W011: Designing Table Relationships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Designing Table Relationships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TABLE students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student_id INT PRIMARY KEY AUTO_INCREMENT,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student_code VARCHAR(15) NOT NULL UNIQUE,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 VARCHAR(50)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last_name VARCHAR(50)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email VARCHAR(100) UNIQUE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gpa DECIMAL(3,2) CHECK (gpa BETWEEN 0 AND 4.0)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TABLE courses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course_id INT PRIMARY KEY,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course_code VARCHAR(15) NOT NULL UNIQUE,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course_name VARCHAR(100)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credits INT NOT NULL DEFAULT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TABLE enrollments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enrollment_id INT PRIMARY KEY AUTO_INCREMENT,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student_id INT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course_id INT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semester VARCHAR(20)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grade VARCHAR(5),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FOREIGN KEY (student_id) REFERENCES students(student_id) ON DELETE CASCADE,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FOREIGN KEY (course_id) REFERENCES courses(course_id) ON DELETE RESTRICT,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UNIQUE (student_id, course_id, semester)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SQL-W011: Designing Table Relationships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Designing Table Relationships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Relationship design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TABLE students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student_id INT PRIMARY KEY AUTO_INCREMENT,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student_code VARCHAR(15) NOT NULL UNIQUE,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 VARCHAR(50)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last_name VARCHAR(50)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email VARCHAR(100) UNIQUE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gpa DECIMAL(3,2) CHECK (gpa BETWEEN 0 AND 4.0)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TABLE courses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course_id INT PRIMARY KEY,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course_code VARCHAR(15) NOT NULL UNIQUE,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course_name VARCHAR(100)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credits INT NOT NULL DEFAULT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TABLE enrollments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enrollment_id INT PRIMARY KEY AUTO_INCREMENT,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student_id INT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course_id INT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semester VARCHAR(20)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grade VARCHAR(5),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FOREIGN KEY (student_id) REFERENCES students(student_id) ON DELETE CASCADE,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FOREIGN KEY (course_id) REFERENCES courses(course_id) ON DELETE RESTRICT,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UNIQUE (student_id, course_id, semester)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SQL-W011: Designing Table Relationships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SELECT before FROM and expecting SELECT first.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Filtering aggregated values inside the WHERE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Assuming logical execution order matches written syntax.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query clauses out of logical order.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Confusing physical execution paths with syntax rules.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optimizer statistics.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Understand that FROM runs first to load source tables.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WHERE to filter rows, GROUP BY to aggregate.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Trace execution steps sequentially in memory.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Structure queries to match logical execution flow.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Order clauses: FROM -&gt; JOIN -&gt; WHERE -&gt; GROUP -&gt; SELECT.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complex workflow steps in comments.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SQL-W011: Designing Table Relationships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Logical order differs from written syntax.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Database executes step-by-step in memory.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Indexes speed up workflow stages.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Debug logic at each step.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SQL-W011: Designing Table Relationships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the complete database design workflow for the university schema:
(1)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students (PK, unique constraints, defaults, checks)</a:t>
            </a:r>
            <a:r>
              <a:rPr sz="1100">
                <a:solidFill>
                  <a:srgbClr val="C9D4E5"/>
                </a:solidFill>
                <a:latin typeface="MiSans"/>
              </a:rPr>
              <a:t>.
(2)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courses (PK, unique course_code)</a:t>
            </a:r>
            <a:r>
              <a:rPr sz="1100">
                <a:solidFill>
                  <a:srgbClr val="C9D4E5"/>
                </a:solidFill>
                <a:latin typeface="MiSans"/>
              </a:rPr>
              <a:t>.
(3)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enrollments (composite unique, FK to both)</a:t>
            </a:r>
            <a:r>
              <a:rPr sz="1100">
                <a:solidFill>
                  <a:srgbClr val="C9D4E5"/>
                </a:solidFill>
                <a:latin typeface="MiSans"/>
              </a:rPr>
              <a:t>.
Write all three.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queries to verify the design:
(A) Each enrollment references valid student: FK check.
(B) No duplicate enrollments: UNIQUE check.
(C) GPA in valid range: CHECK constraint.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Design a complete workflow:
(1) Insert a new student.
(2) Insert a new course.
(3) Enroll the student in the course.
(4) Update the grade.
(5) Verify with </a:t>
            </a:r>
            <a:r>
              <a:rPr sz="900">
                <a:solidFill>
                  <a:srgbClr val="C9D4E5"/>
                </a:solidFill>
                <a:latin typeface="Consolas"/>
              </a:rPr>
              <a:t>SELECT joins</a:t>
            </a:r>
            <a:r>
              <a:rPr sz="1100">
                <a:solidFill>
                  <a:srgbClr val="C9D4E5"/>
                </a:solidFill>
                <a:latin typeface="MiSans"/>
              </a:rPr>
              <a:t>.
Write all DML statements.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the complete normalization design: add a departments table (dept_id PK, dept_name UNIQUE), link courses to departments via FK, then query across all four tables: departments, courses, students, enrollments.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SQL-W011: Designing Table Relationships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