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SQL-074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CAST()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Master the CAST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CAST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student_id,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CAST(gpa AS CHAR) AS gpa_text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students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SQL-074: CAST()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CAST()?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CAST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Understanding CAST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CAST when querying datasets that require CAST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CAST()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CAST()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SQL-074: CAST()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CAST()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student_code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student_id,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CAST(gpa AS CHAR) AS gpa_text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student_id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SQL-074: CAST()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CAST()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CAST values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student_id,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CAST(gpa AS CHAR) AS gpa_text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student_id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gpa_text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3.75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3.92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2.85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SQL-074: CAST()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SQL-074: CAST()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CAST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SQL-074: CAST()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convert gpa to a CHAR type using CAST(gpa AS CHAR). Display student_id and gpa_text.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cast student_id to CHAR and concatenate with student_code: CONCAT(CAST(student_id AS CHAR), ' - ', student_code). Label it "Full ID".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reporting system needs GPA displayed as text with 2 decimal places. Use CAST(gpa AS DECIMAL(4,2)) to re-format, then CAST to CHAR. Display student_code, first_name, and formatted GPA.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cast date_of_birth to display only the year: CAST(YEAR(date_of_birth) AS CHAR). Then calculate age as CAST(FLOOR(DATEDIFF(CURRENT_DATE, date_of_birth)/365) AS CHAR) as "Age". Display student_code and 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SQL-074: CAST()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