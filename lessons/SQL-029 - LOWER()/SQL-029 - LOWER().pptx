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SQL-029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LOWER()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LOWER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LOWER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LOWER(email)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SQL-029: LOWER()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LOWER()?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LOWER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LOWER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LOWER when querying datasets that require LOWER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LOWER()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LOWER()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SQL-029: LOWER()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LOWER()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LOWER(email)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LOWER(email)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arif.h@company.com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sultana.b@company.com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karim.m@company.com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SQL-029: LOWER()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LOWER()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Lowercase names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LOWER(email)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LOWER(email)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arif.h@company.com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sultana.b@company.com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karim.m@company.com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SQL-029: LOWER()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SQL-029: LOWER()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LOWER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SQL-029: LOWER()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all employee email values converted to lowercase using LOWER().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employee_id, LOWER(first_name) as "first", LOWER(last_name) as "last", and LOWER(email) as "email".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IT team needs to normalize all emails to lowercase before importing them into the authentication system. Write a query to display employee_id and LOWER(email) as "Normalized Email".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first_name, job_title, and LOWER(department) as "dept_key" for all employees where LOWER(department) is in ('hr', 'it', 'finance'). Sort by dept_key.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SQL-029: LOWER()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