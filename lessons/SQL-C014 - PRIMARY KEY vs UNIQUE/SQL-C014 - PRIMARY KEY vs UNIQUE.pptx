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SQL-C014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PRIMARY KEY vs UNIQUE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PRIMARY KEY and UNIQUE.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PRIMARY KEY and UNIQUE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email = 'rahim.u@uni.edu';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UNIQUE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SQL-C014: PRIMARY KEY vs UNIQUE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PRIMARY KEY vs UNIQUE?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PRIMARY KEY and UNIQUE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PRIMARY KEY vs UNIQUE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PRIMARY KEY vs UNIQUE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SQL-C014: PRIMARY KEY vs UNIQUE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PRIMARY KEY vs UNIQUE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email = 'rahim.u@uni.edu';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SQL-C014: PRIMARY KEY vs UNIQUE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PRIMARY KEY vs UNIQUE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PRIMARY KEY vs UNIQUE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1;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email = 'rahim.u@uni.edu';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SQL-C014: PRIMARY KEY vs UNIQUE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SQL-C014: PRIMARY KEY vs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PRIMARY KEY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UNIQUE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SQL-C014: PRIMARY KEY vs UNIQUE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queries to demonstrate:
(A) PRIMARY KEY: </a:t>
            </a:r>
            <a:r>
              <a:rPr sz="900">
                <a:solidFill>
                  <a:srgbClr val="C9D4E5"/>
                </a:solidFill>
                <a:latin typeface="Consolas"/>
              </a:rPr>
              <a:t>SELECT student_id FROM students WHERE student_id = 1 (unique, NOT NULL)</a:t>
            </a:r>
            <a:r>
              <a:rPr sz="1100">
                <a:solidFill>
                  <a:srgbClr val="C9D4E5"/>
                </a:solidFill>
                <a:latin typeface="MiSans"/>
              </a:rPr>
              <a:t>.
(B) UNIQUE: </a:t>
            </a:r>
            <a:r>
              <a:rPr sz="900">
                <a:solidFill>
                  <a:srgbClr val="C9D4E5"/>
                </a:solidFill>
                <a:latin typeface="Consolas"/>
              </a:rPr>
              <a:t>SELECT email FROM students WHERE email = 'rahim</a:t>
            </a:r>
            <a:r>
              <a:rPr sz="1100">
                <a:solidFill>
                  <a:srgbClr val="C9D4E5"/>
                </a:solidFill>
                <a:latin typeface="MiSans"/>
              </a:rPr>
              <a:t>.u@uni.edu' (unique, CAN be NULL).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showing both: a PRIMARY KEY on id and a UNIQUE on email: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example (id INT PRIMARY KEY, email VARCHAR(100) UNIQUE, name VARCHAR(50))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through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design: a students table has PRIMARY KEY (student_id) for internal lookups and UNIQUE (email) for external identification</a:t>
            </a:r>
            <a:r>
              <a:rPr sz="1100">
                <a:solidFill>
                  <a:srgbClr val="C9D4E5"/>
                </a:solidFill>
                <a:latin typeface="MiSans"/>
              </a:rPr>
              <a:t>. Write the table definition showing both.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check: can NULL be inserted into a UNIQUE column? The answer is yes (only one NULL allowed in standard SQL). Write a </a:t>
            </a:r>
            <a:r>
              <a:rPr sz="900">
                <a:solidFill>
                  <a:srgbClr val="C9D4E5"/>
                </a:solidFill>
                <a:latin typeface="Consolas"/>
              </a:rPr>
              <a:t>SELECT to find students where email IS NULL — showing UNIQUE allows NULL but PRIMARY KEY does not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SQL-C014: PRIMARY KEY vs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