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SQL-179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Avoiding SELECT star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SQL-179: Avoiding SELECT star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Avoiding SELECT star?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Avoiding SELECT star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Avoiding SELECT star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SQL-179: Avoiding SELECT star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Avoiding SELECT star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SQL-179: Avoiding SELECT star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Avoiding SELECT star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Avoid SELECT *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SQL-179: Avoiding SELECT star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Selecting all columns with SELECT * in production.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the FROM clause or misspelling table names.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Retrieving duplicate rows unnecessarily.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the entire query statement on a single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uppercase and lowercase keywords randomly.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short, cryptic table or column names.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Explicitly name only the columns you actually need.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table names and schemas before querying.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DISTINCT only when duplicate suppression is required.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SELECT and FROM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write SQL keywords in UPPERCASE.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column lists cleanly for readability.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SQL-179: Avoiding SELECT 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Avoiding SELECT star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SQL-179: Avoiding SELECT star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the unoptimized version: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</a:t>
            </a:r>
            <a:r>
              <a:rPr sz="1100">
                <a:solidFill>
                  <a:srgbClr val="C9D4E5"/>
                </a:solidFill>
                <a:latin typeface="MiSans"/>
              </a:rPr>
              <a:t>. Then write the optimized version: </a:t>
            </a:r>
            <a:r>
              <a:rPr sz="900">
                <a:solidFill>
                  <a:srgbClr val="C9D4E5"/>
                </a:solidFill>
                <a:latin typeface="Consolas"/>
              </a:rPr>
              <a:t>SELECT order_id, status, total_amount FROM orders</a:t>
            </a:r>
            <a:r>
              <a:rPr sz="1100">
                <a:solidFill>
                  <a:srgbClr val="C9D4E5"/>
                </a:solidFill>
                <a:latin typeface="MiSans"/>
              </a:rPr>
              <a:t>. Less data transferred.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Covering index benefit: if you </a:t>
            </a:r>
            <a:r>
              <a:rPr sz="900">
                <a:solidFill>
                  <a:srgbClr val="C9D4E5"/>
                </a:solidFill>
                <a:latin typeface="Consolas"/>
              </a:rPr>
              <a:t>SELECT only indexed columns, MySQL can return the result from the index alone without reading the actual table rows</a:t>
            </a:r>
            <a:r>
              <a:rPr sz="1100">
                <a:solidFill>
                  <a:srgbClr val="C9D4E5"/>
                </a:solidFill>
                <a:latin typeface="MiSans"/>
              </a:rPr>
              <a:t>.
</a:t>
            </a:r>
            <a:r>
              <a:rPr sz="900">
                <a:solidFill>
                  <a:srgbClr val="C9D4E5"/>
                </a:solidFill>
                <a:latin typeface="Consolas"/>
              </a:rPr>
              <a:t>SELECT customer_id, status FROM orders WHERE status = 'Completed' (if both columns are indexed)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report only needs order_id, customer_id, status, and total_amount. Write the query without </a:t>
            </a:r>
            <a:r>
              <a:rPr sz="900">
                <a:solidFill>
                  <a:srgbClr val="C9D4E5"/>
                </a:solidFill>
                <a:latin typeface="Consolas"/>
              </a:rPr>
              <a:t>SELECT * and explain: (A) less network bandwidth, (B) possible covering index usage, (C) future-proof if columns are added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Demonstrate the covering index concept:
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idx_covering ON orders(status, total_amount, customer_id)</a:t>
            </a:r>
            <a:r>
              <a:rPr sz="1100">
                <a:solidFill>
                  <a:srgbClr val="C9D4E5"/>
                </a:solidFill>
                <a:latin typeface="MiSans"/>
              </a:rPr>
              <a:t>.
Then: </a:t>
            </a:r>
            <a:r>
              <a:rPr sz="900">
                <a:solidFill>
                  <a:srgbClr val="C9D4E5"/>
                </a:solidFill>
                <a:latin typeface="Consolas"/>
              </a:rPr>
              <a:t>SELECT status, total_amount, customer_id FROM orders WHERE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
MySQL reads only the index (covering), not the table. Use EXPLAIN to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SQL-179: Avoiding SELECT 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