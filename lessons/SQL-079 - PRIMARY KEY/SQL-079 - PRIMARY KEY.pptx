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SQL-079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PRIMARY KEY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PRIMARY KEY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PRIMARY KEY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3;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SQL-079: PRIMARY KEY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PRIMARY KEY?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PRIMARY KEY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PRIMARY KEY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PRIMARY KEY when querying datasets that require PRIMARY KEY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PRIMARY KEY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PRIMARY KEY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SQL-079: PRIMARY KEY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PRIMARY KEY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3;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SQL-079: PRIMARY KEY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PRIMARY KEY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Primary key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3;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SQL-079: PRIMARY KEY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SQL-079: PRIMARY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PRIMARY KEY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SQL-079: PRIMARY KEY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SELECT query to retrieve the student with student_id = 3</a:t>
            </a:r>
            <a:r>
              <a:rPr sz="1100">
                <a:solidFill>
                  <a:srgbClr val="C9D4E5"/>
                </a:solidFill>
                <a:latin typeface="MiSans"/>
              </a:rPr>
              <a:t>. The PRIMARY KEY ensures this returns exactly one row.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for a departments table with: dept_id INT PRIMARY KEY AUTO_INCREMENT, dept_name VARCHAR(100) NOT NULL UNIQUE, dept_head VARCHAR(100)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university is adding a course catalog. 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for courses with a composite-style PRIMARY KEY on (course_code, semester) — or a single surrogate PRIMARY KEY course_id</a:t>
            </a:r>
            <a:r>
              <a:rPr sz="1100">
                <a:solidFill>
                  <a:srgbClr val="C9D4E5"/>
                </a:solidFill>
                <a:latin typeface="MiSans"/>
              </a:rPr>
              <a:t>. Show both designs and explain which is better.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that demonstrates PRIMARY KEY uniqueness constraints: create a table, insert two rows with the same PK, and observe the error</a:t>
            </a:r>
            <a:r>
              <a:rPr sz="1100">
                <a:solidFill>
                  <a:srgbClr val="C9D4E5"/>
                </a:solidFill>
                <a:latin typeface="MiSans"/>
              </a:rPr>
              <a:t>. (Write the </a:t>
            </a:r>
            <a:r>
              <a:rPr sz="900">
                <a:solidFill>
                  <a:srgbClr val="C9D4E5"/>
                </a:solidFill>
                <a:latin typeface="Consolas"/>
              </a:rPr>
              <a:t>INSERT statements that would cause a duplicate PK error as a comment, then write the correct version</a:t>
            </a:r>
            <a:r>
              <a:rPr sz="1100">
                <a:solidFill>
                  <a:srgbClr val="C9D4E5"/>
                </a:solidFill>
                <a:latin typeface="MiSans"/>
              </a:rPr>
              <a:t>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SQL-079: PRIMARY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