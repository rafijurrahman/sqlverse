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SQL-R001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SQL Basics Revision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Review and reinforce your SQL skills for SQL Basics.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SQL Basics Revision through practice.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products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Combine queries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SQL-R001: SQL Basics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SQL Basics Revision?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SQL Basics Revision through practice.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Reinforcing syntax rules through cumulative practice builds long-term muscle memory.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Review these revision slides after completing a block of core SQL topics.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SQL Basics Revision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SQL Basics Revision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SQL-R001: SQL Basics Revision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SQL Basics Revision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Logitech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HP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Walton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SQL-R001: SQL Basics Revision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SQL Basics Revision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Revision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SQL-R001: SQL Basics Revision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Skipping practice challenges on revision slides.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Repeating basic syntax errors under revision checks.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edge cases like NULL or empty strings.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unformatted answers for practice questions.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warnings and query execution errors.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different style rules in revision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Cumulative practice builds long-term muscle memory.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Reinforce syntax rules through cumulative coding.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Test queries against edge cases and empty database values.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structured answers with uppercase keywords.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and format queries for revision review.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solution logic in query headers.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SQL-R001: SQL Basics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Revision consolidates core syntax rules.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Helps identify gaps in query logic.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Improves problem-solving speed.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Prepares for real-world projects.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SQL-R001: SQL Basics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three separate queries:
(A) Display all products where price &gt; 500.
(B) Display all customers from 'Dhaka'.
(C) Display all Completed orders.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Electronics products priced between 500 and 3000. Sort by price ascending.
Then write a query to find customers whose phone IS NULL.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operations manager needs three reports:
(A) Top 3 most expensive products.
(B) Customers who have a phone number and are from Dhaka.
(C) All Completed orders from January 2024 (order_date BETWEEN '2024-01-01' AND '2024-01-31').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DISTINCT to find all unique cities in the customers table. Then write a query to find all orders with total_amount &gt; 2000 that are NOT Cancelled.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SQL-R001: SQL Basics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