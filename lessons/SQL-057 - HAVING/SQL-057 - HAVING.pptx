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HAVING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HAVING?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HAVING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HAVING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HAVING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HAVING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High revenue groups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"Total Revenue"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HAVING SUM(quantity * unit_price) &gt; 5000;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Total Revenue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14850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19000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HAVING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categories where total revenue exceeds 5000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 SUM(quantity * unit_price) &gt; 5000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stores with more than 4 items sold: </a:t>
            </a:r>
            <a:r>
              <a:rPr sz="900">
                <a:solidFill>
                  <a:srgbClr val="C9D4E5"/>
                </a:solidFill>
                <a:latin typeface="Consolas"/>
              </a:rPr>
              <a:t>HAVING COUNT(*) &gt; 4</a:t>
            </a:r>
            <a:r>
              <a:rPr sz="1100">
                <a:solidFill>
                  <a:srgbClr val="C9D4E5"/>
                </a:solidFill>
                <a:latin typeface="MiSans"/>
              </a:rPr>
              <a:t>. Group by store.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wants to identify high-performing store-category combinations. Write a query grouped by store and category where total revenue (SUM of quantity * unit_price) exceeds 3000. Sort by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categories where total quantity sold &gt; 5 AND average unit_price &gt; 300. Use </a:t>
            </a:r>
            <a:r>
              <a:rPr sz="900">
                <a:solidFill>
                  <a:srgbClr val="C9D4E5"/>
                </a:solidFill>
                <a:latin typeface="Consolas"/>
              </a:rPr>
              <a:t>HAVING with two conditions</a:t>
            </a:r>
            <a:r>
              <a:rPr sz="1100">
                <a:solidFill>
                  <a:srgbClr val="C9D4E5"/>
                </a:solidFill>
                <a:latin typeface="MiSans"/>
              </a:rPr>
              <a:t>. Display category, total quantity, and average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SQL-057: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