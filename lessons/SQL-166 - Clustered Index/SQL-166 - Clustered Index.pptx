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Clustered Index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order_id = 1001;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SQL-166: Clustered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Clustered Index?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Clustered Index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Clustered Index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SQL-166: Clustered Index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Clustered Index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order_id = 1001;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SQL-166: Clustered Index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Clustered Index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Clustered index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order_id = 1001;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SQL-166: Clustered Index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SQL-166: Clustered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Clustered Index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SQL-166: Clustered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 PRIMARY KEY automatically creates a clustered index in MySQL InnoDB. Query the PRIMARY KEY: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order_id = 1001</a:t>
            </a:r>
            <a:r>
              <a:rPr sz="1100">
                <a:solidFill>
                  <a:srgbClr val="C9D4E5"/>
                </a:solidFill>
                <a:latin typeface="MiSans"/>
              </a:rPr>
              <a:t>. This uses the clustered index.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range query on the PRIMARY KEY: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order_id BETWEEN 1003 AND 1007</a:t>
            </a:r>
            <a:r>
              <a:rPr sz="1100">
                <a:solidFill>
                  <a:srgbClr val="C9D4E5"/>
                </a:solidFill>
                <a:latin typeface="MiSans"/>
              </a:rPr>
              <a:t>. InnoDB reads these rows sequentially due to the clustered index.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clustered index on order_id determines physical row order. Explain: </a:t>
            </a:r>
            <a:r>
              <a:rPr sz="900">
                <a:solidFill>
                  <a:srgbClr val="C9D4E5"/>
                </a:solidFill>
                <a:latin typeface="Consolas"/>
              </a:rPr>
              <a:t>ORDER BY order_id is efficient</a:t>
            </a:r>
            <a:r>
              <a:rPr sz="1100">
                <a:solidFill>
                  <a:srgbClr val="C9D4E5"/>
                </a:solidFill>
                <a:latin typeface="MiSans"/>
              </a:rPr>
              <a:t>. Write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ORDER BY order_id and note that no extra sort is needed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 clustered vs non-clustered: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order_id = 1005 (clustered -- fast) vs SELECT * FROM orders WHERE status = 'Completed' (non-clustered status lookup)</a:t>
            </a:r>
            <a:r>
              <a:rPr sz="1100">
                <a:solidFill>
                  <a:srgbClr val="C9D4E5"/>
                </a:solidFill>
                <a:latin typeface="MiSans"/>
              </a:rPr>
              <a:t>. Write EXPLAIN for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SQL-166: Clustered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