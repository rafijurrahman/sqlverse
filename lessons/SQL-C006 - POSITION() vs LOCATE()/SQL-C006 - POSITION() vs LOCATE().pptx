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POSITION() vs LOCATE()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POSITION and LOCATE.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POSITION and LOCATE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POSITION('@' IN 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LOCATE('@', 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LOCATE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SQL-C006: POSITION() vs LOCATE()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POSITION() vs LOCATE()?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POSITION and LOCATE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POSITION() vs LOCATE()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POSITION() vs LOCATE()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SQL-C006: POSITION() vs LOCATE()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POSITION() vs LOCATE()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POSITION('@' IN 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LOCATE('@', 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SQL-C006: POSITION() vs LOCATE()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POSITION() vs LOCATE()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POSITION vs LOCATE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POSITION('@' IN 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LOCATE('@', 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SQL-C006: POSITION() vs LOCATE()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SQL-C006: POSITION() vs LOCATE()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POSITION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LOCATE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SQL-C006: POSITION() vs LOCATE()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 that produce the same result:
(A) </a:t>
            </a:r>
            <a:r>
              <a:rPr sz="900">
                <a:solidFill>
                  <a:srgbClr val="C9D4E5"/>
                </a:solidFill>
                <a:latin typeface="Consolas"/>
              </a:rPr>
              <a:t>SELECT POSITION('@' IN email) FROM employees;</a:t>
            </a:r>
            <a:r>
              <a:rPr sz="1100">
                <a:solidFill>
                  <a:srgbClr val="C9D4E5"/>
                </a:solidFill>
                <a:latin typeface="MiSans"/>
              </a:rPr>
              <a:t>
(B) </a:t>
            </a:r>
            <a:r>
              <a:rPr sz="900">
                <a:solidFill>
                  <a:srgbClr val="C9D4E5"/>
                </a:solidFill>
                <a:latin typeface="Consolas"/>
              </a:rPr>
              <a:t>SELECT LOCATE('@', email) FROM employees;</a:t>
            </a:r>
            <a:r>
              <a:rPr sz="1100">
                <a:solidFill>
                  <a:srgbClr val="C9D4E5"/>
                </a:solidFill>
                <a:latin typeface="MiSans"/>
              </a:rPr>
              <a:t>
Confirm both produce identical results.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LOCATE() to find the position of the first dot in email. Then find its domain part using SUBSTRING starting from that position.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HR wants to find employees whose email domain (after '@') contains 'company'. Use LOCATE('company', email, LOCATE('@', email)) &gt; 0 to filter. Display employee_id and email.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compare POSITION and LOCATE results side by side:
</a:t>
            </a:r>
            <a:r>
              <a:rPr sz="900">
                <a:solidFill>
                  <a:srgbClr val="C9D4E5"/>
                </a:solidFill>
                <a:latin typeface="Consolas"/>
              </a:rPr>
              <a:t>SELECT email, POSITION('</a:t>
            </a:r>
            <a:r>
              <a:rPr sz="1100">
                <a:solidFill>
                  <a:srgbClr val="C9D4E5"/>
                </a:solidFill>
                <a:latin typeface="MiSans"/>
              </a:rPr>
              <a:t>.' IN email) AS pos_result, LOCATE('.', email) AS loc_result </a:t>
            </a:r>
            <a:r>
              <a:rPr sz="900">
                <a:solidFill>
                  <a:srgbClr val="C9D4E5"/>
                </a:solidFill>
                <a:latin typeface="Consolas"/>
              </a:rPr>
              <a:t>FROM employees</a:t>
            </a:r>
            <a:r>
              <a:rPr sz="1100">
                <a:solidFill>
                  <a:srgbClr val="C9D4E5"/>
                </a:solidFill>
                <a:latin typeface="MiSans"/>
              </a:rPr>
              <a:t>.
Confirm they are always equal.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SQL-C006: POSITION() vs LOCATE()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