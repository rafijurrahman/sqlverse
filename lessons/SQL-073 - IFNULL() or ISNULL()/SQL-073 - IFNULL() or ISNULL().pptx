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SQL-073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IFNULL() or ISNULL()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Filter rows where at least one condition is met.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IFNULL(phone, 'N/A') AS "Phone"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SQL-073: IFNULL() or ISNULL()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IFNULL() or ISNULL()?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It allows database query results to include items matching alternative criteria options.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OR when retrieving records that fit any one of multiple acceptable criteria.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IFNULL() or ISNULL()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IFNULL() or ISNULL()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SQL-073: IFNULL() or ISNULL()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How Does IFNULL() or ISNULL()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rahim@bank.com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fatema@bank.com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IFNULL(phone, 'N/A') AS "Phone"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SQL-073: IFNULL() or ISNULL()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IFNULL() or ISNULL()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Default values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IFNULL(phone, 'N/A') AS "Phone"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Phone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01711-001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N/A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01911-003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SQL-073: IFNULL() or ISNULL()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Checking for NULL using the equal operator (= NULL).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NULL equals zero or an empty string ('').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handle NULLs in mathematical equations.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Negating NULL filters using incorrect double negatives.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Leaving columns without NULL handling in reports.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Comparing NULL fields with standard logic keys.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use IS NULL or IS NOT NULL for empty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Treat NULL as an unknown value, not a blank cell.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COALESCE() or IFNULL() to replace NULL values.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NULL comparison checks clearly on new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Provide fallback values for calculations in reports.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NULL handling rules in the database schema.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SQL-073: IFNULL() or ISNULL()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IFNULL or ISNULL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SQL-073: IFNULL() or ISNULL()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each customer's phone with IFNULL(phone, 'N/A'). Display customer_id, first_name, and the result.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email using IFNULL(email, 'Not Registered') and phone using IFNULL(phone, 'Not Registered'). Show all customer details.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bank's customer profile page must never show NULL to users. Write a query to display: IFNULL(email, 'Not Provided') as "Email", IFNULL(phone, 'Not Provided') as "Phone", IFNULL(city, 'Unknown') as "City".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that uses IFNULL together with CONCAT to build a display string: IFNULL(CONCAT(first_name, ' - ', email), CONCAT(first_name, ' (No Email)')) as "Profile". Display for all customers.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SQL-073: IFNULL() or ISNULL()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