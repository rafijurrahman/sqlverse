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SQL-148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Running Total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(ORDER BY sale_date) AS running_total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SQL-148: Running Total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Running Total?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Running Total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Running Total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SQL-148: Running Total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Running Total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(ORDER BY sale_date) AS running_total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SQL-148: Running Total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Running Total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Running total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(ORDER BY sale_date) AS running_total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SQL-148: Running Total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SQL-148: Running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Running Total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SQL-148: Running Total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a running total of revenue ordered by sale_date:
SUM(revenue)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running_total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for running total per region:
SUM(revenue) OVER (PARTITION BY region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regional_running_total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Finance tracks cumulative revenue month by month. Write:
</a:t>
            </a:r>
            <a:r>
              <a:rPr sz="900">
                <a:solidFill>
                  <a:srgbClr val="C9D4E5"/>
                </a:solidFill>
                <a:latin typeface="Consolas"/>
              </a:rPr>
              <a:t>WITH monthly AS (SELECT MONTH(sale_date) AS month, SUM(revenue) AS monthly_rev FROM sales GROUP BY MONTH(sale_date))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month, monthly_rev, SUM(monthly_rev) OVER (ORDER BY month) AS cumulative_revenue FROM monthly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running total with a threshold: show the running total and flag when it crosses 10000:
CASE WHEN SUM(revenue)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&gt; 10000 THEN 'Over 10K' ELSE 'Under 10K' END AS milestone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SQL-148: Running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