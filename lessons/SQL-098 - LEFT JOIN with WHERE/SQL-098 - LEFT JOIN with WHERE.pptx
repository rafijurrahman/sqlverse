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 with WHERE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o.customer_id IS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 with WHERE?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 with WHERE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with WHERE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with WHERE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o.customer_id IS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with WHERE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Left join with filter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o.customer_id IS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Milon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Ahmed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LEFT JOIN with WHERE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then add 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IS NULL to find customers with no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filter WHERE status = 'Completed' OR orders</a:t>
            </a:r>
            <a:r>
              <a:rPr sz="1100">
                <a:solidFill>
                  <a:srgbClr val="C9D4E5"/>
                </a:solidFill>
                <a:latin typeface="MiSans"/>
              </a:rPr>
              <a:t>.order_id IS NULL. This shows customers with completed orders OR no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 have never placed an order, along with customers from Dhaka who have completed orders. Use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+ WHERE to combine both conditions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where the WHERE clause is placed correctly (after JOIN, not in ON clause)</a:t>
            </a:r>
            <a:r>
              <a:rPr sz="1100">
                <a:solidFill>
                  <a:srgbClr val="C9D4E5"/>
                </a:solidFill>
                <a:latin typeface="MiSans"/>
              </a:rPr>
              <a:t>. Observe the difference between: ON (orders.status = 'Completed') vs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'Completed'. Write both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SQL-098: LEFT JOIN with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