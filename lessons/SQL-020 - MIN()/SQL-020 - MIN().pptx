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SQL-020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MIN()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MIN()?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MIN()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MIN()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MIN()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Sticky Notes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Artline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MIN(price)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80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MIN()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Lowest price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MIN(price)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MIN(price)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80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lowest price in the products table using MIN(price).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lowest price in each category using MIN(price) and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purchasing team wants to know the cheapest product in each category for budget planning. Write a query to display category and its minimum price, sorted by min_price ascending.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product with the lowest price. Use a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price = (SELECT MIN(price) FROM products)</a:t>
            </a:r>
            <a:r>
              <a:rPr sz="1100">
                <a:solidFill>
                  <a:srgbClr val="C9D4E5"/>
                </a:solidFill>
                <a:latin typeface="MiSans"/>
              </a:rPr>
              <a:t>. Display product_name, brand, category, and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SQL-020: MIN()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