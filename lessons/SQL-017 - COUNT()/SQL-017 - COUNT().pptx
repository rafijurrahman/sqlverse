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SQL-017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COUNT()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Calculate the total number of records.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COUNT() is an aggregate function that returns the number of rows matching the query.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orders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SQL-017: COUNT()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COUNT()?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COUNT() is an aggregate function that returns the number of rows matching the query.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Determining transaction volumes or active user counts requires counting rows.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COUNT() to summarize volumes, calculate records, or verify database seed data.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COUNT()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COUNT()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SQL-017: COUNT()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COUNT()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status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Pending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COUNT(*)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SQL-017: COUNT()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COUNT()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Total orders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COUNT(*)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SQL-017: COUNT()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COUNT(col) ignores NULL values.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SUM() or AVG() on text or varchar columns.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detail columns with aggregates without grouping.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Nesting aggregate functions directly inside each other.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aggregate filters inside the WHERE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Leaving aggregated column outputs without aliases.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COUNT(*) to count all rows including NULLs.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Apply aggregates only on numeric columns.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pair aggregates with a GROUP BY clause.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Assign meaningful aliases (e.g. total_sales) to summaries.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Separate details and aggregates using subqueries.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multiple aggregate functions in the SELECT 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SQL-017: COUNT()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COUNT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SQL-017: COUNT()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count the total number of orders in the orders table using COUNT(*).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count how many orders have a promo_code (promo_code IS NOT NULL) using COUNT(promo_code).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sales manager wants to know how many orders were placed with status 'Completed'. Write a query using COUNT(*) with a </a:t>
            </a:r>
            <a:r>
              <a:rPr sz="900">
                <a:solidFill>
                  <a:srgbClr val="C9D4E5"/>
                </a:solidFill>
                <a:latin typeface="Consolas"/>
              </a:rPr>
              <a:t>WHERE clause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two queries and compare the results:
(A) COUNT(*) — counts all rows.
(B) COUNT(promo_code) — counts only rows where promo_code is not NULL.
Explain in a comment why the results differ.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SQL-017: COUNT()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