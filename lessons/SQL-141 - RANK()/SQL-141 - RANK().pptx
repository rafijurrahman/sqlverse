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AA0BF"/>
                </a:solidFill>
                <a:latin typeface="MiSans"/>
              </a:rPr>
              <a:t>SQL-141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RANK()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9D4E5"/>
                </a:solidFill>
                <a:latin typeface="MiSans"/>
              </a:rPr>
              <a:t>Master the RANK concept in SQL database queries.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RANK is a key SQL feature used to filter, transform, or organize database tables.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sale_id,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product,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revenue,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RANK() OVER (ORDER BY revenue DESC) AS rank_pos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sales;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sales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SELECT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SQL-141: RANK()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What is RANK()?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RANK is a key SQL feature used to filter, transform, or organize database tables.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Understanding RANK helps you build robust data models and optimize search queries.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Use RANK when querying datasets that require RANK operations.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RANK()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C83D"/>
                </a:solidFill>
                <a:latin typeface="MiSans"/>
              </a:rPr>
              <a:t>TIP:  Always verify performance of RANK()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SQL-141: RANK()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How Does RANK()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931920" cy="182880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sale_id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sale_date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region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store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2024-01-05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 Main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2024-01-10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 Main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2024-01-12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Chittagong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CTG Branch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sale_id,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product,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revenue,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RANK() OVER (ORDER BY revenue DESC) AS rank_pos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sales;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886200" cy="1066800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sale_id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5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9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11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SQL-141: RANK()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RANK()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sales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9D4E5"/>
                </a:solidFill>
                <a:latin typeface="MiSans"/>
              </a:rPr>
              <a:t>RANK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sale_id,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product,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revenue,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RANK() OVER (ORDER BY revenue DESC) AS rank_pos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sales;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886200" cy="106680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sale_id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product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revenue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5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8500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9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Study Table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6000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11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Headphones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5000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SQL-141: RANK()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to filter data correctly.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the wrong clause for the task.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Ignoring query readability.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Poor formatting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Inconsistent naming conventions.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Difficult to maintain over time.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Write clear and readable queries.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Follow SQL best practices.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Validate results before execution.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Proper indentation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Meaningful aliases and naming.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Consistent formatting rules.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SQL-141: RANK()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RANK is a core component of SQL query structure.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It helps optimize data retrieval and organization.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Use it to satisfy specific business scenario criteria.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Combine with other clauses for advanced calculations.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on DB Fiddle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Solution on GitHub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SQL-141: RANK()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using RANK() to rank all sales by revenue descending:
RANK() OVER (</a:t>
            </a:r>
            <a:r>
              <a:rPr sz="900">
                <a:solidFill>
                  <a:srgbClr val="C9D4E5"/>
                </a:solidFill>
                <a:latin typeface="Consolas"/>
              </a:rPr>
              <a:t>ORDER BY revenue DESC) AS rank_pos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using RANK() partitioned by category to rank sales within each category by revenue:
RANK() OVER (PARTITION BY category </a:t>
            </a:r>
            <a:r>
              <a:rPr sz="900">
                <a:solidFill>
                  <a:srgbClr val="C9D4E5"/>
                </a:solidFill>
                <a:latin typeface="Consolas"/>
              </a:rPr>
              <a:t>ORDER BY revenue DESC) AS cat_rank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The analytics team wants to see how each sale ranks in its category. Display: category, product, revenue, and RANK() OVER (PARTITION BY category </a:t>
            </a:r>
            <a:r>
              <a:rPr sz="900">
                <a:solidFill>
                  <a:srgbClr val="C9D4E5"/>
                </a:solidFill>
                <a:latin typeface="Consolas"/>
              </a:rPr>
              <a:t>ORDER BY revenue DESC) as "Category Rank"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find all sales that are ranked 1 or 2 within their category:
</a:t>
            </a:r>
            <a:r>
              <a:rPr sz="900">
                <a:solidFill>
                  <a:srgbClr val="C9D4E5"/>
                </a:solidFill>
                <a:latin typeface="Consolas"/>
              </a:rPr>
              <a:t>SELECT * FROM (SELECT *, RANK() OVER (PARTITION BY category ORDER BY revenue DESC) AS rnk FROM sales) AS r</a:t>
            </a:r>
            <a:r>
              <a:rPr sz="1100">
                <a:solidFill>
                  <a:srgbClr val="C9D4E5"/>
                </a:solidFill>
                <a:latin typeface="MiSans"/>
              </a:rPr>
              <a:t>
</a:t>
            </a:r>
            <a:r>
              <a:rPr sz="900">
                <a:solidFill>
                  <a:srgbClr val="C9D4E5"/>
                </a:solidFill>
                <a:latin typeface="Consolas"/>
              </a:rPr>
              <a:t>WHERE rnk &lt;= 2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SQL-141: RANK()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