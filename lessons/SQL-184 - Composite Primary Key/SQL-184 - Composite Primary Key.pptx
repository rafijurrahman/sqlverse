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Composite Primary Key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Composite Primary Key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Composite Primary Key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archived_at TIMESTAMP DEFAULT CURRENT_TIMESTAMP,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PRIMARY KEY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Composite Primary Key?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Composite Primary Key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Composite Primary Key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Composite Primary Key when querying datasets that require Composite Primary Key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Composite Primary Key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Composite Primary Key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Composite Primary Key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archived_at TIMESTAMP DEFAULT CURRENT_TIMESTAMP,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PRIMARY KEY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Composite Primary Key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Composite foreign key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VARCHAR(5),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archived_at TIMESTAMP DEFAULT CURRENT_TIMESTAMP,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PRIMARY KEY 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Composite Primary Key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enrollment_archive with a composite primary key on (student_id, course_id, semester).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check if there are any duplicate student-course combinations in a single semester in the enrollments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why a composite primary key is suitable for a many-to-many relationship table like enrollments compared to a surrogate auto-increment key.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student_grades with a composite primary key and discuss how to reference it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SQL-184: Composite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