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LPAD()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LPAD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LPAD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LPAD(employee_id, 5, '0') AS "Padded ID"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LPAD()?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LPAD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LPAD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LPAD when querying datasets that require LPAD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LPAD()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LPAD()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LPAD()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LPAD(employee_id, 5, '0') AS "Padded ID"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LPAD()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LPAD employee code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LPAD(employee_id, 5, '0') AS "Padded ID"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LPAD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employee_id padded to 5 characters on the left with zeros: LPAD(employee_id, 5, '0'). Label it "Padded ID".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pad the numeric part of employee_code to 4 digits: LPAD(RIGHT(employee_code, 3), 4, '0'). Label it "Padded Seq".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payroll system requires employee IDs to always be 6 characters wide, left-padded with zeros. Write a query to display employee_id, first_name, and LPAD(CAST(employee_id AS CHAR), 6, '0') as "Payroll ID".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create a formatted badge number using LPAD for both department code and employee sequence: CONCAT(LEFT(department,2), '-', LPAD(RIGHT(employee_code,3), 4, '0')). Label it "Badge Number".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SQL-036: LPAD()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