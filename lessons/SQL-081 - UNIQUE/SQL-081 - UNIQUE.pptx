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UNIQUE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UNIQUE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UNIQUE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COUNT(*) &gt; 1;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UNIQUE?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UNIQUE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UNIQUE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UNIQUE when querying datasets that require UNIQUE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UNIQUE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UNIQUE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UNIQUE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COUNT(*) &gt; 1;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UNIQUE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Unique email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COUNT(*) &gt; 1;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UNIQUE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query to verify that all email values in the students table are unique: SELECT email, COUNT(*) FROM students GROUP BY email HAVING COUNT(*) &gt; 1</a:t>
            </a:r>
            <a:r>
              <a:rPr sz="1100">
                <a:solidFill>
                  <a:srgbClr val="C9D4E5"/>
                </a:solidFill>
                <a:latin typeface="MiSans"/>
              </a:rPr>
              <a:t>. This should return 0 rows.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student_certificates with: cert_id (INT PK), student_id (INT), cert_number (VARCHAR(20) UNIQUE), issue_date (DATE)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needs unique student email addresses. Write a query to check for duplicates: </a:t>
            </a:r>
            <a:r>
              <a:rPr sz="900">
                <a:solidFill>
                  <a:srgbClr val="C9D4E5"/>
                </a:solidFill>
                <a:latin typeface="Consolas"/>
              </a:rPr>
              <a:t>SELECT email, COUNT(*) as count FROM students GROUP BY email HAVING count &gt; 1</a:t>
            </a:r>
            <a:r>
              <a:rPr sz="1100">
                <a:solidFill>
                  <a:srgbClr val="C9D4E5"/>
                </a:solidFill>
                <a:latin typeface="MiSans"/>
              </a:rPr>
              <a:t>. Then explain how the UNIQUE constraint prevents this at the database level.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national_id_registry with: registry_id (INT PK), student_id (INT UNIQUE NOT NULL), national_id (VARCHAR(20) UNIQUE NOT NULL), issue_date (DATE)</a:t>
            </a:r>
            <a:r>
              <a:rPr sz="1100">
                <a:solidFill>
                  <a:srgbClr val="C9D4E5"/>
                </a:solidFill>
                <a:latin typeface="MiSans"/>
              </a:rPr>
              <a:t>. The UNIQUE on student_id means one student can only have one national 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SQL-081: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