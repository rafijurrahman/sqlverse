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SQL-113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UNION ALL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UNION ALL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UNION ALL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ALL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international_shipments;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domestic_shipments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SQL-113: UNION ALL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UNION ALL?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UNION ALL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UNION ALL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UNION ALL when querying datasets that require UNION ALL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UNION ALL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UNION ALL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SQL-113: UNION ALL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UNION ALL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shipment_id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sender_city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receiver_city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Rajshahi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ALL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international_shipments;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BD-1003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SQL-113: UNION ALL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UNION ALL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UNION ALL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ALL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international_shipments;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BD-1003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SQL-113: UNION ALL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SQL-113: UNION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UNION ALL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SQL-113: UNION ALL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UNION ALL combining tracking_number from domestic_shipments and international_shipments. UNION ALL keeps ALL rows including duplicates.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UNION ALL on both tables with a source label: </a:t>
            </a:r>
            <a:r>
              <a:rPr sz="900">
                <a:solidFill>
                  <a:srgbClr val="C9D4E5"/>
                </a:solidFill>
                <a:latin typeface="Consolas"/>
              </a:rPr>
              <a:t>SELECT tracking_number, 'Domestic' AS source FROM domestic_shipments UNION ALL SELECT tracking_number, 'International' FROM international_shipments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operations team needs to count total shipments including all copies. Use UNION ALL to combine domestic and international. Count total rows vs UNION (which removes duplicates). Compare results.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UNION ALL across all three tables (domestic, international, returned). Calculate total weight processed: wrap in a subquery and SUM(weight_kg). This requires all weight_kg columns to be in UNION 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SQL-113: UNION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