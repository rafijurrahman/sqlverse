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SQL-C017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LEFT JOIN vs RIGHT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LEFT JOIN and RIGHT JOIN.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LEFT JOIN and RIGHT JOIN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RIGHT JOIN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LEFT JOIN vs RIGHT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LEFT JOIN and RIGHT JOIN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LEFT JOIN vs RIGHT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LEFT JOIN vs RIGHT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LEFT JOIN vs RIGHT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LEFT JOIN vs RIGHT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LEFT vs RIGHT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LEFT JOIN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RIGHT JOIN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(all customers, matched orders) and a RIGHT JOIN (all orders, matched customers)</a:t>
            </a:r>
            <a:r>
              <a:rPr sz="1100">
                <a:solidFill>
                  <a:srgbClr val="C9D4E5"/>
                </a:solidFill>
                <a:latin typeface="MiSans"/>
              </a:rPr>
              <a:t>. Observe which rows are in each.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LEFT </a:t>
            </a:r>
            <a:r>
              <a:rPr sz="900">
                <a:solidFill>
                  <a:srgbClr val="C9D4E5"/>
                </a:solidFill>
                <a:latin typeface="Consolas"/>
              </a:rPr>
              <a:t>JOIN from customers to orders = RIGHT JOIN from orders to customers (if you swap the tables)</a:t>
            </a:r>
            <a:r>
              <a:rPr sz="1100">
                <a:solidFill>
                  <a:srgbClr val="C9D4E5"/>
                </a:solidFill>
                <a:latin typeface="MiSans"/>
              </a:rPr>
              <a:t>. Write both to confirm they produce the same result.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LEFT </a:t>
            </a:r>
            <a:r>
              <a:rPr sz="900">
                <a:solidFill>
                  <a:srgbClr val="C9D4E5"/>
                </a:solidFill>
                <a:latin typeface="Consolas"/>
              </a:rPr>
              <a:t>JOIN: Find all customers regardless of orders — for customer analytics</a:t>
            </a:r>
            <a:r>
              <a:rPr sz="1100">
                <a:solidFill>
                  <a:srgbClr val="C9D4E5"/>
                </a:solidFill>
                <a:latin typeface="MiSans"/>
              </a:rPr>
              <a:t>.
(B) RIGHT </a:t>
            </a:r>
            <a:r>
              <a:rPr sz="900">
                <a:solidFill>
                  <a:srgbClr val="C9D4E5"/>
                </a:solidFill>
                <a:latin typeface="Consolas"/>
              </a:rPr>
              <a:t>JOIN: Find all orders regardless of valid customer records — for order auditing</a:t>
            </a:r>
            <a:r>
              <a:rPr sz="1100">
                <a:solidFill>
                  <a:srgbClr val="C9D4E5"/>
                </a:solidFill>
                <a:latin typeface="MiSans"/>
              </a:rPr>
              <a:t>.
Write both queries.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query: can you always convert a RIGHT </a:t>
            </a:r>
            <a:r>
              <a:rPr sz="900">
                <a:solidFill>
                  <a:srgbClr val="C9D4E5"/>
                </a:solidFill>
                <a:latin typeface="Consolas"/>
              </a:rPr>
              <a:t>JOIN into a LEFT JOIN by swapping table order? Write both versions and show they produce identical results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SQL-C017: LEFT JOIN vs RIGHT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