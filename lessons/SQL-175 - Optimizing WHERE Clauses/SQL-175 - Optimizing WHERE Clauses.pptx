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WHERE Clauses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BETWEEN '2024-01-01' AND '2024-12-31';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WHERE Clauses?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WHERE Clauses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WHERE Clauses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Optimizing WHERE Clauses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BETWEEN '2024-01-01' AND '2024-12-31';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WHERE Clauses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Optimize WHERE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order_date BETWEEN '2024-01-01' AND '2024-12-31';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WHERE Clauses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index-friendly </a:t>
            </a:r>
            <a:r>
              <a:rPr sz="900">
                <a:solidFill>
                  <a:srgbClr val="C9D4E5"/>
                </a:solidFill>
                <a:latin typeface="Consolas"/>
              </a:rPr>
              <a:t>WHERE: WHERE order_date BETWEEN '2024-01-01' AND '2024-12-31' instead of WHERE YEAR(order_date) = 2024</a:t>
            </a:r>
            <a:r>
              <a:rPr sz="1100">
                <a:solidFill>
                  <a:srgbClr val="C9D4E5"/>
                </a:solidFill>
                <a:latin typeface="MiSans"/>
              </a:rPr>
              <a:t>. The BETWEEN version uses the index; YEAR() wraps the column and bypasses it.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Optimize:
(A) Avoid: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+ 100 &gt; 3600 (function on column)</a:t>
            </a:r>
            <a:r>
              <a:rPr sz="1100">
                <a:solidFill>
                  <a:srgbClr val="C9D4E5"/>
                </a:solidFill>
                <a:latin typeface="MiSans"/>
              </a:rPr>
              <a:t>.
(B) Use: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3500 (direct comparison)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and explain which is index-friendly.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status column has an index. Write the optimal </a:t>
            </a:r>
            <a:r>
              <a:rPr sz="900">
                <a:solidFill>
                  <a:srgbClr val="C9D4E5"/>
                </a:solidFill>
                <a:latin typeface="Consolas"/>
              </a:rPr>
              <a:t>WHERE:</a:t>
            </a:r>
            <a:r>
              <a:rPr sz="1100">
                <a:solidFill>
                  <a:srgbClr val="C9D4E5"/>
                </a:solidFill>
                <a:latin typeface="MiSans"/>
              </a:rPr>
              <a:t>
Good: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
Bad: </a:t>
            </a:r>
            <a:r>
              <a:rPr sz="900">
                <a:solidFill>
                  <a:srgbClr val="C9D4E5"/>
                </a:solidFill>
                <a:latin typeface="Consolas"/>
              </a:rPr>
              <a:t>WHERE UPPER(status) = 'COMPLETED' (function wraps column, bypasses index)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queries and explain the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Rewrite the following optimally:
(A) </a:t>
            </a:r>
            <a:r>
              <a:rPr sz="900">
                <a:solidFill>
                  <a:srgbClr val="C9D4E5"/>
                </a:solidFill>
                <a:latin typeface="Consolas"/>
              </a:rPr>
              <a:t>WHERE SUBSTRING(status, 1, 4) = 'Comp' -&gt; WHERE status LIKE 'Comp%'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order_id + 0 = 1001 -&gt; WHERE order_id = 1001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WHERE YEAR(order_date) = 2024 -&gt; WHERE order_date BETWEEN '2024-01-01' AND '2024-12-31'</a:t>
            </a:r>
            <a:r>
              <a:rPr sz="1100">
                <a:solidFill>
                  <a:srgbClr val="C9D4E5"/>
                </a:solidFill>
                <a:latin typeface="MiSans"/>
              </a:rPr>
              <a:t>.
Write all optimized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SQL-175: Optimizing WHERE Clauses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