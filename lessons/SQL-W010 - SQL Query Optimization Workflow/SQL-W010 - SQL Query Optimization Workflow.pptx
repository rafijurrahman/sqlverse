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SQL-W010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SQL Query Optimization Workflow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SQL Query Optimization Workflow.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Query Optimization Workflow.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SQL Query Optimization Workflow?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Query Optimization Workflow.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SQL Query Optimization Workflow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SQL Query Optimization Workflow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SQL Query Optimization Workflow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SQL Query Optimization Workflow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Step-by-step query optimization workflow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the standard workflow steps for query optimization in a production database.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Use EXPLAIN to analyze a query, identify the performance bottleneck (e.g. table scan), and propose a solution.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report query grouping sales by customer is slow. Walk through the optimization process: identify columns, create index, verify with EXPLAIN.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script containing a slow query, the index creation statement, the optimized query, and a comment explaining the performance gains.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SQL-W010: SQL Query Optimization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