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SQL-089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INSERT INTO ... SELECT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TABLE enrollments_archive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enrollment_id   INT         PRIMARY KEY AUTO_INCREMENT,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student_id      INT        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course_id       INT        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semester        VARCHAR(20)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grade           VARCHAR(5)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INSERT INTO enrollments_archive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enrollments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grade IS NOT NULL;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students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SQL-089: INSERT INTO ... SELECT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INSERT INTO ... SELECT?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INSERT INTO ... SELECT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INSERT INTO ... SELECT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SQL-089: INSERT INTO ... SELECT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INSERT INTO ... SELECT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TABLE enrollments_archive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enrollment_id   INT         PRIMARY KEY AUTO_INCREMENT,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student_id      INT        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course_id       INT        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semester        VARCHAR(20)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grade           VARCHAR(5)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INSERT INTO enrollments_archive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enrollments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grade IS NOT NULL;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SQL-089: INSERT INTO ... SELECT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INSERT INTO ... SELECT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Insert from select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TABLE enrollments_archive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enrollment_id   INT         PRIMARY KEY AUTO_INCREMENT,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student_id      INT        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course_id       INT        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semester        VARCHAR(20)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grade           VARCHAR(5)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INSERT INTO enrollments_archive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enrollments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grade IS NOT NULL;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SQL-089: INSERT INTO ... SELECT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Selecting all columns with SELECT * in production.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the FROM clause or misspelling table names.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Retrieving duplicate rows unnecessarily.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Writing the entire query statement on a single line.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Mixing uppercase and lowercase keywords randomly.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short, cryptic table or column names.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Explicitly name only the columns you actually need.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table names and schemas before querying.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DISTINCT only when duplicate suppression is required.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SELECT and FROM on separate lines.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Always write SQL keywords in UPPERCASE.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Indent column lists cleanly for readability.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SQL-089: INSERT INTO ... SELECT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INSERT INTO ... SELECT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SQL-089: INSERT INTO ... SELECT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</a:t>
            </a:r>
            <a:r>
              <a:rPr sz="900">
                <a:solidFill>
                  <a:srgbClr val="C9D4E5"/>
                </a:solidFill>
                <a:latin typeface="Consolas"/>
              </a:rPr>
              <a:t>CREATE TABLE enrollments_archive (same structure as enrollments)</a:t>
            </a:r>
            <a:r>
              <a:rPr sz="1100">
                <a:solidFill>
                  <a:srgbClr val="C9D4E5"/>
                </a:solidFill>
                <a:latin typeface="MiSans"/>
              </a:rPr>
              <a:t>. Then </a:t>
            </a:r>
            <a:r>
              <a:rPr sz="900">
                <a:solidFill>
                  <a:srgbClr val="C9D4E5"/>
                </a:solidFill>
                <a:latin typeface="Consolas"/>
              </a:rPr>
              <a:t>INSERT INTO enrollments_archive SELECT * FROM enrollments WHERE grade IS NOT NULL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</a:t>
            </a:r>
            <a:r>
              <a:rPr sz="900">
                <a:solidFill>
                  <a:srgbClr val="C9D4E5"/>
                </a:solidFill>
                <a:latin typeface="Consolas"/>
              </a:rPr>
              <a:t>INSERT INTO SELECT to copy all Active students into a new table student_backup: CREATE TABLE student_backup LIKE students; INSERT INTO student_backup SELECT * FROM students WHERE enrollment_status = 'Active'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End of semester archiving: Copy all graded enrollments from Spring 2024 into an archive table. Write: </a:t>
            </a:r>
            <a:r>
              <a:rPr sz="900">
                <a:solidFill>
                  <a:srgbClr val="C9D4E5"/>
                </a:solidFill>
                <a:latin typeface="Consolas"/>
              </a:rPr>
              <a:t>CREATE TABLE spring_2024_archive LIKE enrollments; Then INSERT INTO spring_2024_archive SELECT from enrollments WHERE semester = 'Spring 2024'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an </a:t>
            </a:r>
            <a:r>
              <a:rPr sz="900">
                <a:solidFill>
                  <a:srgbClr val="C9D4E5"/>
                </a:solidFill>
                <a:latin typeface="Consolas"/>
              </a:rPr>
              <a:t>INSERT INTO SELECT that transforms data: INSERT INTO a summary table (student_id, course_count, avg_calculated) by selecting student_id, COUNT(course_id), AVG(gpa) FROM students JOIN enrollments</a:t>
            </a:r>
            <a:r>
              <a:rPr sz="1100">
                <a:solidFill>
                  <a:srgbClr val="C9D4E5"/>
                </a:solidFill>
                <a:latin typeface="MiSans"/>
              </a:rPr>
              <a:t>... </a:t>
            </a:r>
            <a:r>
              <a:rPr sz="900">
                <a:solidFill>
                  <a:srgbClr val="C9D4E5"/>
                </a:solidFill>
                <a:latin typeface="Consolas"/>
              </a:rPr>
              <a:t>GROUP BY student_id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SQL-089: INSERT INTO ... SELECT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