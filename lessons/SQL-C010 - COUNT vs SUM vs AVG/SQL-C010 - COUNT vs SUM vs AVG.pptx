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COUNT vs SUM vs AVG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COUNT and SUM.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COUNT and SUM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SUM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COUNT vs SUM vs AVG?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COUNT and SUM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COUNT vs SUM vs AVG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COUNT vs SUM vs AVG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COUNT vs SUM vs AVG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COUNT vs SUM vs AVG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COUNT vs SUM vs AVG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COUNT(col) ignores NULL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SUM() or AVG() on text or varchar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detail columns with aggregates without grouping.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aggregate functions directly inside each other.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aggregate filters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aggregated column outputs without aliases.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COUNT(*) to count all rows including NULLs.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 aggregates only on numeric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pair aggregates with a GROUP BY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meaningful aliases (e.g. total_sales) to summaries.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Separate details and aggregates using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multiple aggregate functions in the SELECT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COUNT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SUM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separate queries:
(A) COUNT(*) from order_items — total rows.
(B) SUM(quantity) — total units sold.
(C) AVG(unit_price) — average unit price.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single query to show all three: COUNT(*), SUM(quantity * unit_price), and AVG(unit_price) grouped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to understand the difference in reporting:
(A) COUNT tells you HOW MANY orders.
(B) SUM tells you TOTAL value.
(C) AVG tells you TYPICAL value.
Write one query per metric, grouped by store.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stores where COUNT(*) &gt; 3 AND AVG(unit_price) &gt; 500 AND SUM(quantity * unit_price) &gt; 5000. Use all three in </a:t>
            </a:r>
            <a:r>
              <a:rPr sz="900">
                <a:solidFill>
                  <a:srgbClr val="C9D4E5"/>
                </a:solidFill>
                <a:latin typeface="Consolas"/>
              </a:rPr>
              <a:t>HAVING.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SQL-C010: COUNT vs SUM vs AVG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