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DATE_ADD()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DATE_ADD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DATE_ADD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"Follow Up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DATE_ADD()?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DATE_ADD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DATE_ADD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DATE_ADD when querying datasets that require DATE_ADD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DATE_ADD()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DATE_ADD()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DATE_ADD()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"Follow Up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DATE_ADD()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Follow up date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"Follow Up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DATE_ADD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add 7 days to each appointment_date using DATE_ADD(appointment_date, INTERVAL 7 DAY). Label it "Follow Up Date".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add 1 month to appointment_date for all Completed appointments. Label it "Next Checkup".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After each appointment, patients need a follow-up 14 days later. Write a query to display patient_name, appointment_date, and DATE_ADD(appointment_date, INTERVAL 14 DAY) as "Follow Up Date" for all Completed appointments.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add different intervals based on specialty: Cardiology → 30 days, others → 14 days. Use a CASE inside DATE_ADD: DATE_ADD(appointment_date, INTERVAL CASE WHEN specialty='Cardiology' THEN 30 ELSE 14 END DAY) as "Next Visit".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SQL-051: DATE_ADD()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