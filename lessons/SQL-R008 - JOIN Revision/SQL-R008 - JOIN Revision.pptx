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SQL-R008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JOIN Revision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Review and reinforce your SQL skills for JOIN.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Revision lessons consolidate your knowledge of JOIN Revision through practice.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Combine queries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results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SQL-R008: JOIN Revision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JOIN Revision?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Revision lessons consolidate your knowledge of JOIN Revision through practice.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Reinforcing syntax rules through cumulative practice builds long-term muscle memory.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Review these revision slides after completing a block of core SQL topics.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JOIN Revision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results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JOIN Revision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SQL-R008: JOIN Revision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JOIN Revision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SQL-R008: JOIN Revision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JOIN Revision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JOIN revision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SQL-R008: JOIN Revision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Skipping practice challenges on revision slides.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Repeating basic syntax errors under revision checks.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edge cases like NULL or empty strings.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unformatted answers for practice questions.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warnings and query execution errors.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different style rules in revision answers.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Cumulative practice builds long-term muscle memory.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Reinforce syntax rules through cumulative coding.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Test queries against edge cases and empty database values.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structured answers with uppercase keywords.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and format queries for revision review.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solution logic in query headers.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SQL-R008: JOIN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Revision consolidates core syntax rules.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Helps identify gaps in query logic.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Improves problem-solving speed.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Prepares for real-world projects.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SQL-R008: JOIN Revision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four separate </a:t>
            </a:r>
            <a:r>
              <a:rPr sz="900">
                <a:solidFill>
                  <a:srgbClr val="C9D4E5"/>
                </a:solidFill>
                <a:latin typeface="Consolas"/>
              </a:rPr>
              <a:t>JOIN queries:</a:t>
            </a:r>
            <a:r>
              <a:rPr sz="1100">
                <a:solidFill>
                  <a:srgbClr val="C9D4E5"/>
                </a:solidFill>
                <a:latin typeface="MiSans"/>
              </a:rPr>
              <a:t>
(A) INNER </a:t>
            </a:r>
            <a:r>
              <a:rPr sz="900">
                <a:solidFill>
                  <a:srgbClr val="C9D4E5"/>
                </a:solidFill>
                <a:latin typeface="Consolas"/>
              </a:rPr>
              <a:t>JOIN customers × orders</a:t>
            </a:r>
            <a:r>
              <a:rPr sz="1100">
                <a:solidFill>
                  <a:srgbClr val="C9D4E5"/>
                </a:solidFill>
                <a:latin typeface="MiSans"/>
              </a:rPr>
              <a:t>.
(B)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to find customers without orders</a:t>
            </a:r>
            <a:r>
              <a:rPr sz="1100">
                <a:solidFill>
                  <a:srgbClr val="C9D4E5"/>
                </a:solidFill>
                <a:latin typeface="MiSans"/>
              </a:rPr>
              <a:t>.
(C) Three-table </a:t>
            </a:r>
            <a:r>
              <a:rPr sz="900">
                <a:solidFill>
                  <a:srgbClr val="C9D4E5"/>
                </a:solidFill>
                <a:latin typeface="Consolas"/>
              </a:rPr>
              <a:t>JOIN: customers, orders, order_items</a:t>
            </a:r>
            <a:r>
              <a:rPr sz="1100">
                <a:solidFill>
                  <a:srgbClr val="C9D4E5"/>
                </a:solidFill>
                <a:latin typeface="MiSans"/>
              </a:rPr>
              <a:t>.
(D) SELF </a:t>
            </a:r>
            <a:r>
              <a:rPr sz="900">
                <a:solidFill>
                  <a:srgbClr val="C9D4E5"/>
                </a:solidFill>
                <a:latin typeface="Consolas"/>
              </a:rPr>
              <a:t>JOIN: customers joined to themselves on city to find city-mates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comprehensive query: Join all 5 tables. Show customer name, product name, quantity, unit price, and payment method for all Completed and paid orders.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Full sales report: Join customers, orders, order_items, products. Show customer name, product category, total quantity bought, and total spent per category. Group by customer and category.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to produce a complete customer summary: name, city, order count (0 if none), total spent (0 if none), and average order value</a:t>
            </a:r>
            <a:r>
              <a:rPr sz="1100">
                <a:solidFill>
                  <a:srgbClr val="C9D4E5"/>
                </a:solidFill>
                <a:latin typeface="MiSans"/>
              </a:rPr>
              <a:t>. Include all 5 customers even those without orders.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SQL-R008: JOIN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