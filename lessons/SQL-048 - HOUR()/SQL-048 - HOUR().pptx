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HOUR()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HOUR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HOUR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HOUR(appointment_time) AS "Appointment Hour"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SQL-048: HOUR()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HOUR()?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HOUR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HOUR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HOUR when querying datasets that require HOUR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HOUR()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HOUR()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SQL-048: HOUR()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HOUR()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HOUR(appointment_time) AS "Appointment Hour"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SQL-048: HOUR()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HOUR()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Appointment hour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HOUR(appointment_time) AS "Appointment Hour"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SQL-048: HOUR()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SQL-048: HOUR()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HOUR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SQL-048: HOUR()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hour from appointment_time: HOUR(appointment_time). Label it "Appointment Hour".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appointments per hour using </a:t>
            </a:r>
            <a:r>
              <a:rPr sz="900">
                <a:solidFill>
                  <a:srgbClr val="C9D4E5"/>
                </a:solidFill>
                <a:latin typeface="Consolas"/>
              </a:rPr>
              <a:t>GROUP BY HOUR(appointment_time)</a:t>
            </a:r>
            <a:r>
              <a:rPr sz="1100">
                <a:solidFill>
                  <a:srgbClr val="C9D4E5"/>
                </a:solidFill>
                <a:latin typeface="MiSans"/>
              </a:rPr>
              <a:t>. Order by hour.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hospital wants to identify peak appointment hours. Write a query to display HOUR(appointment_time) as "Hour" and COUNT(*) as "Total Appointments", grouped by hour, sorted by count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classify appointments as Morning (HOUR &lt; 12) or Afternoon (HOUR &gt;= 12) using a CASE expression: CASE WHEN HOUR(appointment_time) &lt; 12 THEN 'Morning' ELSE 'Afternoon' END as "Shift". Count appointments per shift.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SQL-048: HOUR()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