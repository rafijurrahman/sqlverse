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INSERT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phone, enrollment_status, gpa) VALUES ('STD-005', 'Milon', 'Ahmed', 'milon@uni.edu', '01711-005', 'Active', 3.55);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INSERT?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INSERT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INSERT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INSERT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phone, enrollment_status, gpa) VALUES ('STD-005', 'Milon', 'Ahmed', 'milon@uni.edu', '01711-005', 'Active', 3.55);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INSERT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Insert student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students (student_code, first_name, last_name, email, phone, enrollment_status, gpa) VALUES ('STD-005', 'Milon', 'Ahmed', 'milon@uni.edu', '01711-005', 'Active', 3.55);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INSERT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 to add a new student: student_code='STD-005', first_name='Milon', last_name='Ahmed', email='milon@uni</a:t>
            </a:r>
            <a:r>
              <a:rPr sz="1100">
                <a:solidFill>
                  <a:srgbClr val="C9D4E5"/>
                </a:solidFill>
                <a:latin typeface="MiSans"/>
              </a:rPr>
              <a:t>.edu', phone='01711-005', enrollment_status='Active', gpa=3.55.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statements to add two new courses:</a:t>
            </a:r>
            <a:r>
              <a:rPr sz="1100">
                <a:solidFill>
                  <a:srgbClr val="C9D4E5"/>
                </a:solidFill>
                <a:latin typeface="MiSans"/>
              </a:rPr>
              <a:t>
(104, 'CS104', 'Advanced SQL', 3)
(105, 'CS105', 'Data Warehousing', 3)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New semester registrations: Insert 3 new students at once using a single </a:t>
            </a:r>
            <a:r>
              <a:rPr sz="900">
                <a:solidFill>
                  <a:srgbClr val="C9D4E5"/>
                </a:solidFill>
                <a:latin typeface="Consolas"/>
              </a:rPr>
              <a:t>INSERT with multiple VALUE rows</a:t>
            </a:r>
            <a:r>
              <a:rPr sz="1100">
                <a:solidFill>
                  <a:srgbClr val="C9D4E5"/>
                </a:solidFill>
                <a:latin typeface="MiSans"/>
              </a:rPr>
              <a:t>. Use realistic student data with proper codes (STD-006 through STD-008).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enrollments that enrolls an existing student in a new course for 'Fall 2024'</a:t>
            </a:r>
            <a:r>
              <a:rPr sz="1100">
                <a:solidFill>
                  <a:srgbClr val="C9D4E5"/>
                </a:solidFill>
                <a:latin typeface="MiSans"/>
              </a:rPr>
              <a:t>. Make sure the student_id and course_id exist in their respective tables. Then verify with </a:t>
            </a:r>
            <a:r>
              <a:rPr sz="900">
                <a:solidFill>
                  <a:srgbClr val="C9D4E5"/>
                </a:solidFill>
                <a:latin typeface="Consolas"/>
              </a:rPr>
              <a:t>SELECT.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SQL-085: INSERT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