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SQL-032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REPLACE()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REPLACE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REPLACE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REPLACE(job_title, 'Manager', 'LEAD') AS "Updated Title"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SQL-032: REPLACE()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REPLACE()?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REPLACE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REPLACE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REPLACE when querying datasets that require REPLACE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REPLACE()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REPLACE()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SQL-032: REPLACE()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REPLACE()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REPLACE(job_title, 'Manager', 'LEAD') AS "Updated Title"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Updated Title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Chief Executive Officer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Head of HR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Senior Developer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SQL-032: REPLACE()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REPLACE()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Replace job title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REPLACE(job_title, 'Manager', 'LEAD') AS "Updated Title"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Updated Title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Chief Executive Officer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Head of HR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Senior Developer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SQL-032: REPLACE()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SQL-032: REPLACE()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REPLACE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SQL-032: REPLACE()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replace the word 'Manager' with 'Lead' in all job titles using REPLACE(job_title, 'Manager', 'Lead'). Label it "Updated Title".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replace '@company.com' with '@corp.com' in all email addresses. Display employee_id and the updated email as "New Email".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company is rebranding. All job titles with 'Executive' should be renamed to 'Specialist'. Write a query to display employee_id, original job_title, and REPLACE(job_title, 'Executive', 'Specialist') as "New Title".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replace the '-' in employee_code with '/' using REPLACE(employee_code, '-', '/'). Then use LOWER() on the result. Label the final output "Formatted Code".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SQL-032: REPLACE()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