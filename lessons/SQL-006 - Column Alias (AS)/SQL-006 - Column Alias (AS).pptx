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SQL-006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Column Alias (AS)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Assign descriptive temporary names to columns.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An alias is a temporary name assigned to a column or table using the AS keyword.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 AS "Product",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 AS "Brand",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price AS "Price"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Column Alias (AS)?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An alias is a temporary name assigned to a column or table using the AS keyword.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Systemic database column names are often short or cryptic. Aliases make outputs human-readable.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aliases to clarify calculation results, format output columns, or shorten table queries.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Column Alias (AS)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Column Alias (AS)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Column Alias (AS)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93128"/>
              </p:ext>
            </p:extLst>
          </p:nvPr>
        </p:nvGraphicFramePr>
        <p:xfrm>
          <a:off x="446913" y="2185416"/>
          <a:ext cx="3342132" cy="170992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dirty="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dirty="0"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 AS "Product",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 AS "Brand",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price AS "Price"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390036"/>
              </p:ext>
            </p:extLst>
          </p:nvPr>
        </p:nvGraphicFramePr>
        <p:xfrm>
          <a:off x="4709160" y="3623310"/>
          <a:ext cx="3303270" cy="118567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Column Alias (AS)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Product aliases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product_name AS "Product",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brand AS "Brand",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price AS "Price"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995392"/>
              </p:ext>
            </p:extLst>
          </p:nvPr>
        </p:nvGraphicFramePr>
        <p:xfrm>
          <a:off x="4703447" y="3063240"/>
          <a:ext cx="3303270" cy="118567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850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ambiguous or misleading column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Referencing column aliases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AS keyword (makes queries hard to scan).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single-letter aliases (a, b) for complex calculations.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double quotes and single quotes for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computed fields without any alias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lowercase aliases with underscores.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aliases self-contained and clear in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the AS keyword explicitly for aliases.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AS in uppercase to separate columns and aliases.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Wrap aliases with spaces in long column lists.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Assign readable labels for business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Column Alias (AS)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product_name as "Product", brand as "Brand", and price as "Price" from the products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profit per unit (price - cost_price) and display it as "Profit". Include product_name and brand.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a pricing report. Display product_name as "Item Name", price as "Retail Price", cost_price as "Cost", and calculate (price - cost_price) as "Gross Profit".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product_name as "Product Name", category as "Department", and calculate a discounted price (price * 0.90) as "Sale Price" for all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SQL-006: Column Alias (AS)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720</Words>
  <Application>Microsoft Office PowerPoint</Application>
  <PresentationFormat>On-screen Show (16:9)</PresentationFormat>
  <Paragraphs>178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2026-07-09T17:44:30Z</dcterms:modified>
</cp:coreProperties>
</file>