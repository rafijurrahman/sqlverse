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ANY vs ALL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ANY and ALL.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ANY and ALL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ALL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SQL-C024: ANY vs ALL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ANY vs ALL?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ANY and ALL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ANY vs ALL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ANY vs ALL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SQL-C024: ANY vs ALL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ANY vs ALL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SQL-C024: ANY vs ALL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ANY vs ALL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ANY vs ALL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SQL-C024: ANY vs ALL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SQL-C024: ANY vs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ANY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ALL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SQL-C024: ANY vs ALL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queries:
(A) </a:t>
            </a:r>
            <a:r>
              <a:rPr sz="900">
                <a:solidFill>
                  <a:srgbClr val="C9D4E5"/>
                </a:solidFill>
                <a:latin typeface="Consolas"/>
              </a:rPr>
              <a:t>WHERE revenue &gt; ANY (SELECT revenue FROM sales WHERE region = 'Sylhet')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WHERE revenue &gt; ALL (SELECT revenue FROM sales WHERE region = 'Sylhet')</a:t>
            </a:r>
            <a:r>
              <a:rPr sz="1100">
                <a:solidFill>
                  <a:srgbClr val="C9D4E5"/>
                </a:solidFill>
                <a:latin typeface="MiSans"/>
              </a:rPr>
              <a:t>.
Count how many rows each returns.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ANY means "greater than at least one value" -- equivalent to &gt; MIN().
ALL means "greater than every value" -- equivalent to &gt; MAX().
Write both with their MIN/MAX equivalents and confirm they produce the same results.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Sales targets:
(A) ANY: sales that beat at least one Stationery sale (low bar).
(B) ALL: sales that beat every Stationery sale (high bar).
Display how many records satisfy each condition.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&lt; ANY and &lt; ALL comparisons:
(A) &lt; ANY: revenue less than the maximum (almost everything).
(B) &lt; ALL: revenue less than the minimum (very few rows).
Verify with MIN/MAX equivalents.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SQL-C024: ANY vs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