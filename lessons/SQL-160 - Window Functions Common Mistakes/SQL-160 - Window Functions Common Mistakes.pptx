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Functions Common Mistakes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RANK() OVER (ORDER BY revenue DESC) AS rnk FROM sales ) AS sub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rnk &lt;=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Window Functions Common Mistakes?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Window Functions Common Mistakes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Window Functions Common Mistakes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Window Functions Common Mistakes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RANK() OVER (ORDER BY revenue DESC) AS rnk FROM sales ) AS sub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rnk &lt;=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Functions Common Mistakes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Window mistakes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RANK() OVER (ORDER BY revenue DESC) AS rnk FROM sales ) AS sub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rnk &lt;=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Window Functions Common Mistakes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Common mistake: trying to use a window function alias in </a:t>
            </a:r>
            <a:r>
              <a:rPr sz="900">
                <a:solidFill>
                  <a:srgbClr val="C9D4E5"/>
                </a:solidFill>
                <a:latin typeface="Consolas"/>
              </a:rPr>
              <a:t>WHERE. This is wrong: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*, RANK() OVER (ORDER BY revenue DESC) AS rnk FROM sales WHERE rnk &lt;= 3</a:t>
            </a:r>
            <a:r>
              <a:rPr sz="1100">
                <a:solidFill>
                  <a:srgbClr val="C9D4E5"/>
                </a:solidFill>
                <a:latin typeface="MiSans"/>
              </a:rPr>
              <a:t>.
Write the CORRECT version using a subquery or CTE.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Mistake: LAST_VALUE without correct ROWS frame gives wrong results.
Write the WRONG version: LAST_VALUE(revenue)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</a:t>
            </a:r>
            <a:r>
              <a:rPr sz="1100">
                <a:solidFill>
                  <a:srgbClr val="C9D4E5"/>
                </a:solidFill>
                <a:latin typeface="MiSans"/>
              </a:rPr>
              <a:t>.
Then write the CORRECT version with ROWS BETWEEN UNBOUNDED PRECEDING AND UNBOUNDED FOLLOWING.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developer wrote a window function inside </a:t>
            </a:r>
            <a:r>
              <a:rPr sz="900">
                <a:solidFill>
                  <a:srgbClr val="C9D4E5"/>
                </a:solidFill>
                <a:latin typeface="Consolas"/>
              </a:rPr>
              <a:t>WHERE to filter rows</a:t>
            </a:r>
            <a:r>
              <a:rPr sz="1100">
                <a:solidFill>
                  <a:srgbClr val="C9D4E5"/>
                </a:solidFill>
                <a:latin typeface="MiSans"/>
              </a:rPr>
              <a:t>. Show the error and the correct pattern:
Instead of </a:t>
            </a:r>
            <a:r>
              <a:rPr sz="900">
                <a:solidFill>
                  <a:srgbClr val="C9D4E5"/>
                </a:solidFill>
                <a:latin typeface="Consolas"/>
              </a:rPr>
              <a:t>WHERE SUM(revenue) OVER () &gt; 5000, use a CTE or subquery wrapper: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SUM(revenue) OVER () AS grand_total FROM sales) AS sub WHERE grand_total &gt; 5000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corrected version of a query that incorrectly tries to mix window functions with </a:t>
            </a:r>
            <a:r>
              <a:rPr sz="900">
                <a:solidFill>
                  <a:srgbClr val="C9D4E5"/>
                </a:solidFill>
                <a:latin typeface="Consolas"/>
              </a:rPr>
              <a:t>GROUP BY without a CTE:</a:t>
            </a:r>
            <a:r>
              <a:rPr sz="1100">
                <a:solidFill>
                  <a:srgbClr val="C9D4E5"/>
                </a:solidFill>
                <a:latin typeface="MiSans"/>
              </a:rPr>
              <a:t>
The wrong version: </a:t>
            </a:r>
            <a:r>
              <a:rPr sz="900">
                <a:solidFill>
                  <a:srgbClr val="C9D4E5"/>
                </a:solidFill>
                <a:latin typeface="Consolas"/>
              </a:rPr>
              <a:t>SELECT category, SUM(revenue), RANK() OVER (ORDER BY SUM(revenue) DESC) FROM sales 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
Fix using: </a:t>
            </a:r>
            <a:r>
              <a:rPr sz="900">
                <a:solidFill>
                  <a:srgbClr val="C9D4E5"/>
                </a:solidFill>
                <a:latin typeface="Consolas"/>
              </a:rPr>
              <a:t>WITH cte AS (</a:t>
            </a:r>
            <a:r>
              <a:rPr sz="1100">
                <a:solidFill>
                  <a:srgbClr val="C9D4E5"/>
                </a:solidFill>
                <a:latin typeface="MiSans"/>
              </a:rPr>
              <a:t>...) </a:t>
            </a:r>
            <a:r>
              <a:rPr sz="900">
                <a:solidFill>
                  <a:srgbClr val="C9D4E5"/>
                </a:solidFill>
                <a:latin typeface="Consolas"/>
              </a:rPr>
              <a:t>SELECT </a:t>
            </a:r>
            <a:r>
              <a:rPr sz="1100">
                <a:solidFill>
                  <a:srgbClr val="C9D4E5"/>
                </a:solidFill>
                <a:latin typeface="MiSans"/>
              </a:rPr>
              <a:t>..., RANK() OVER ... </a:t>
            </a:r>
            <a:r>
              <a:rPr sz="900">
                <a:solidFill>
                  <a:srgbClr val="C9D4E5"/>
                </a:solidFill>
                <a:latin typeface="Consolas"/>
              </a:rPr>
              <a:t>FROM cte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SQL-160: Window Functions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