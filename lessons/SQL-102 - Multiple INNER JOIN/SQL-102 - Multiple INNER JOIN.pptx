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SQL-102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Multiple INNER JOIN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p.method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payments p ON o.order_id = p.order_id;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SQL-102: Multiple INNER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Multiple INNER JOIN?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Multiple INNER JOIN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Multiple INNER JOIN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SQL-102: Multiple INNER JOIN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Multiple INNER JOIN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p.method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payments p ON o.order_id = p.order_id;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SQL-102: Multiple INNER JOIN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Multiple INNER JOIN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Multiple inner joins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p.method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payments p ON o.order_id = p.order_id;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SQL-102: Multiple INNER JOIN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SQL-102: Multiple INNER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Multiple INNER JOIN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SQL-102: Multiple INNER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JOIN connecting customers → orders → payments</a:t>
            </a:r>
            <a:r>
              <a:rPr sz="1100">
                <a:solidFill>
                  <a:srgbClr val="C9D4E5"/>
                </a:solidFill>
                <a:latin typeface="MiSans"/>
              </a:rPr>
              <a:t>. Show customer name, order_id, and payment method.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three-table </a:t>
            </a:r>
            <a:r>
              <a:rPr sz="900">
                <a:solidFill>
                  <a:srgbClr val="C9D4E5"/>
                </a:solidFill>
                <a:latin typeface="Consolas"/>
              </a:rPr>
              <a:t>JOIN: customers, orders, payments</a:t>
            </a:r>
            <a:r>
              <a:rPr sz="1100">
                <a:solidFill>
                  <a:srgbClr val="C9D4E5"/>
                </a:solidFill>
                <a:latin typeface="MiSans"/>
              </a:rPr>
              <a:t>. Filter for Completed payment status. Show customer name, order_id, amount, and method.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Finance reconciliation: Join customers → orders → payments. Show customer name, order_date, order total_amount, payment amount, and payment method. Only include fully paid orders (payment status = 'Completed').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four-table </a:t>
            </a:r>
            <a:r>
              <a:rPr sz="900">
                <a:solidFill>
                  <a:srgbClr val="C9D4E5"/>
                </a:solidFill>
                <a:latin typeface="Consolas"/>
              </a:rPr>
              <a:t>JOIN: customers → orders → order_items → products</a:t>
            </a:r>
            <a:r>
              <a:rPr sz="1100">
                <a:solidFill>
                  <a:srgbClr val="C9D4E5"/>
                </a:solidFill>
                <a:latin typeface="MiSans"/>
              </a:rPr>
              <a:t>. Show customer name, product_name, quantity, unit_price, and total line value. Sort by total line value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SQL-102: Multiple INNER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