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COALESCE() vs IFNULL()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COALESCE and IFNULL.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COALESCE and IFNULL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IFNULL(email, 'No Email')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COALESCE(email, 'No Email')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IFNULL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SQL-C011: COALESCE() vs IFNULL()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COALESCE() vs IFNULL()?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COALESCE and IFNULL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COALESCE() vs IFNULL()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COALESCE() vs IFNULL()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SQL-C011: COALESCE() vs IFNULL()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COALESCE() vs IFNULL()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IFNULL(email, 'No Email')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COALESCE(email, 'No Email')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SQL-C011: COALESCE() vs IFNULL()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COALESCE() vs IFNULL()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COALESCE vs IFNULL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IFNULL(email, 'No Email')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COALESCE(email, 'No Email')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SQL-C011: COALESCE() vs IFNULL()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Checking for NULL using the equal operator (= NULL).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NULL equals zero or an empty string ('').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handle NULLs in mathematical equations.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Negating NULL filters using incorrect double negatives.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columns without NULL handling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fields with standard logic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Treat NULL as an unknown value, not a blank cell.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COALESCE() or IFNULL() to replace NULL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NULL comparison checks clearly on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Provide fallback values for calculations in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NULL handling rules in the database schema.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SQL-C011: COALESCE() vs IFNULL()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COALESCE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IFNULL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SQL-C011: COALESCE() vs IFNULL()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 producing the same result:
(A) IFNULL(email, 'No Email')
(B) COALESCE(email, 'No Email')
Confirm both return the same output.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COALESCE accepts multiple arguments. Write a query using COALESCE(email, phone, 'No Contact') to pick the first non-NULL value. Then write IFNULL which only takes 2 arguments. Show the difference.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Use IFNULL for simple NULL replacement: replace missing phone with 'N/A'.
(B) Use COALESCE for cascading fallback: try email first, then phone, then 'No Contact'.
Write both queries on the customers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showing side-by-side comparison: IFNULL(email, 'none') as "IFNULL Result" and COALESCE(email, phone, 'none') as "COALESCE Result". Display for all customers and observe which approach returns more useful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SQL-C011: COALESCE() vs IFNULL()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