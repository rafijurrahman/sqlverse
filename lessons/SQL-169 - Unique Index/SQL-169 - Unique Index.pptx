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Unique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idx_email_unique ON orders(email);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Unique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Unique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Unique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Unique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idx_email_unique ON orders(email);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Unique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Unique index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UNIQUE INDEX idx_email_unique ON orders(email);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Unique Index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UNIQUE INDEX idx_email_unique ON orders(email)</a:t>
            </a:r>
            <a:r>
              <a:rPr sz="1100">
                <a:solidFill>
                  <a:srgbClr val="C9D4E5"/>
                </a:solidFill>
                <a:latin typeface="MiSans"/>
              </a:rPr>
              <a:t>. This prevents duplicate emails in the orders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Demonstrate: after creating UNIQUE INDEX on email, try </a:t>
            </a:r>
            <a:r>
              <a:rPr sz="900">
                <a:solidFill>
                  <a:srgbClr val="C9D4E5"/>
                </a:solidFill>
                <a:latin typeface="Consolas"/>
              </a:rPr>
              <a:t>INSERT with a duplicate email to observe the constraint</a:t>
            </a:r>
            <a:r>
              <a:rPr sz="1100">
                <a:solidFill>
                  <a:srgbClr val="C9D4E5"/>
                </a:solidFill>
                <a:latin typeface="MiSans"/>
              </a:rPr>
              <a:t>. Then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verify no duplicates exist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business requires each email to appear at most once in the orders table (one order per email). Create a UNIQUE INDEX and 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verify uniqueness: SELECT email, COUNT(*) FROM orders GROUP BY email HAVING COUNT(*) &gt;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Compare: UNIQUE constraint vs UNIQUE INDEX. Both enforce uniqueness. Write: ALTER TABLE orders ADD CONSTRAINT uq_email UNIQUE (email) as the constraint version, and </a:t>
            </a:r>
            <a:r>
              <a:rPr sz="900">
                <a:solidFill>
                  <a:srgbClr val="C9D4E5"/>
                </a:solidFill>
                <a:latin typeface="Consolas"/>
              </a:rPr>
              <a:t>CREATE UNIQUE INDEX as the index version</a:t>
            </a:r>
            <a:r>
              <a:rPr sz="1100">
                <a:solidFill>
                  <a:srgbClr val="C9D4E5"/>
                </a:solidFill>
                <a:latin typeface="MiSans"/>
              </a:rPr>
              <a:t>. Discuss when to use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SQL-169: Unique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