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A0BF"/>
                </a:solidFill>
                <a:latin typeface="MiSans"/>
              </a:rPr>
              <a:t>SQL-002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WHERE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9D4E5"/>
                </a:solidFill>
                <a:latin typeface="MiSans"/>
              </a:rPr>
              <a:t>Filter only the rows you need.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WHERE clause evaluates a condition for each row, returning only those records that satisfy the filter.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WHERE price &gt; 1000;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WHERE Condition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Filtered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WHERE?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WHERE clause is used to filter records. It extracts only those rows that fulfill a specified condition.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Without WHERE, queries would always return entire tables, wasting memory, network bandwidth, and system performance.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Use WHERE whenever you need to narrow down your search — such as finding active customers or high-value orders.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Filter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price &gt; 1000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Only active items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WHERE is executed before GROUP BY and ORDER BY.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WHERE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238810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1200.00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8500.00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HDMI Cable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Sony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350.00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821428" y="2057400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product_id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product_name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WHERE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is_active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 = 1;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365822"/>
              </p:ext>
            </p:extLst>
          </p:nvPr>
        </p:nvGraphicFramePr>
        <p:xfrm>
          <a:off x="4652518" y="3609594"/>
          <a:ext cx="3303270" cy="139141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 dirty="0" err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  <a:endParaRPr sz="1000" b="1" dirty="0">
                        <a:solidFill>
                          <a:srgbClr val="FFFFFF"/>
                        </a:solidFill>
                        <a:latin typeface="MiSans"/>
                      </a:endParaRP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 dirty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WHERE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table_name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A retail company wants to display only active products currently available for sale.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brand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WHERE is_active = 1;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39141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Comparing NULL values using standard equality (=).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assignment (=) instead of LIKE for partial matches.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multiple filter conditions without parentheses.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all filters on a single long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single quotes around text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on columns without indexing on large tables.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use IS NULL or IS NOT NULL for empty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LIKE with wildcards for partial text searches.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parenthetical groupings for compound filters.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each condition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Capitalize logical operators (AND, OR, NOT).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Utilize indexed columns to speed up row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WHERE filters rows before returning them.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Conditions use operators (=, &gt;, &lt;, LIKE).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Combine filters with AND, OR, and NOT.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NULL values require IS NULL checks.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where is_active = 1.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all products in the 'Electronics'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inventory team wants a list of currently active Electronics products that cost more than 500. Write the 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active products (is_active = 1) that are either in the 'Furniture' category or have a price above 2000.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SQL-002: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676</Words>
  <Application>Microsoft Office PowerPoint</Application>
  <PresentationFormat>On-screen Show (16:9)</PresentationFormat>
  <Paragraphs>188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2026-07-09T17:37:56Z</dcterms:modified>
</cp:coreProperties>
</file>