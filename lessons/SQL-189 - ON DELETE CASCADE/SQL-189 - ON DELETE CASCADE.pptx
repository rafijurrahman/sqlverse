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ON DELETE CASCADE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ON DELETE CASCADE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ON DELETE CASCADE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ON DELETE CASCADE?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ON DELETE CASCADE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ON DELETE CASCADE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ON DELETE CASCADE when querying datasets that require ON DELETE CASCADE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ON DELETE CASCADE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ON DELETE CASCADE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ON DELETE CASCADE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ON DELETE CASCADE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ON UPDATE CASCADE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ON DELETE CASCADE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the difference between ON </a:t>
            </a:r>
            <a:r>
              <a:rPr sz="900">
                <a:solidFill>
                  <a:srgbClr val="C9D4E5"/>
                </a:solidFill>
                <a:latin typeface="Consolas"/>
              </a:rPr>
              <a:t>DELETE CASCADE and ON DELETE RESTRICT using the foreign key in the enrollments table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that deleting a student from the students table automatically deletes their corresponding enrollments.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wants to delete course CS103. Explain why the database raises an error due to ON </a:t>
            </a:r>
            <a:r>
              <a:rPr sz="900">
                <a:solidFill>
                  <a:srgbClr val="C9D4E5"/>
                </a:solidFill>
                <a:latin typeface="Consolas"/>
              </a:rPr>
              <a:t>DELETE RESTRICT on the course foreign key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transaction script (or sequence of statements) that safely removes a course by first manual-deleting its enrollments or altering the constraint.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SQL-189: ON DELETE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