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SQL-012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LIKE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Search for partial patterns inside text columns.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LIKE is a pattern matching operator that evaluates strings using wildcard characters.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last_name LIKE 'Rahman';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SQL-012: LIKE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LIKE?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LIKE is a pattern matching operator that evaluates strings using wildcard characters.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Exact matches fail when searching for partial names, emails, or generic keywords.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LIKE when implementing search boxes or filtering records by text patterns.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LIKE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LIKE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SQL-012: LIKE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LIKE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rahim.uddin@email.com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Rahman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fatema.r@email.com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karim.molla@email.com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last_name LIKE 'Rahman';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6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SQL-012: LIKE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LIKE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Customer name search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last_name LIKE 'Rahman';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Rahman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6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Tania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Rahman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10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Mitu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Rahman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SQL-012: LIKE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LIKE without any wildcard characters (% or _).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Placing a wildcard at the start of LIKE (causes table scans).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Confusing case-sensitivity rules for LIKE patterns.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deeply nested LIKE conditions for simple lookups.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complex regex checks inside basic LIKE.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Repeating search patterns across multiple fields.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Always use wildcard operators to match partial text.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Avoid leading wildcards if searching very large tables.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ILIKE or LOWER() for case-insensitive matches.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Keep pattern characters clear and documented.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composite index paths for wildcard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Structure text search patterns using query variables.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SQL-012: LIKE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LIKE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SQL-012: LIKE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all customers whose last_name is exactly 'Rahman'.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all customers whose email contains 'rahman'.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CRM team wants to send a campaign to all customers in cities that contain the word 'Dha'. Write a LIKE query to find those customers.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all customers whose first_name OR last_name contains 'Rah'. Display first_name, last_name, email, and city.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SQL-012: LIKE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