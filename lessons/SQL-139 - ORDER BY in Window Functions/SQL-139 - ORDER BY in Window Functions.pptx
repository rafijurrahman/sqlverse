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ORDER BY in Window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running_total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SQL-139: ORDER BY in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ORDER BY in Window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 BY in Window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ORDER BY in Window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SQL-139: ORDER BY in Window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ORDER BY in Window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running_total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SQL-139: ORDER BY in Window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ORDER BY in Window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ORDER BY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(ORDER BY sale_date) AS running_total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SQL-139: ORDER BY in Window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huge datasets on unindexed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column position numbers instead of names in ORDER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sorting is automatic without an ORDER BY.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by multiple columns randomly without ties.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sort fields with different case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ORDER BY before WHERE or GROUP BY.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columns that are frequently used for sorting.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specify explicit names of sorting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Declare ASC or DESC explicitly for clarity.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ORDER BY as the final clause of the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multi-column sort criteria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sort keys utilize index pathways for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SQL-139: ORDER BY in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ORDER BY in Window Functions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SQL-139: ORDER BY in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</a:t>
            </a:r>
            <a:r>
              <a:rPr sz="900">
                <a:solidFill>
                  <a:srgbClr val="C9D4E5"/>
                </a:solidFill>
                <a:latin typeface="Consolas"/>
              </a:rPr>
              <a:t>ORDER BY in OVER to create a running total: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sale_id, sale_date, revenue, SUM(revenue) OVER (ORDER BY sale_date) AS running_total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Use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in OVER to get a running count:</a:t>
            </a:r>
            <a:r>
              <a:rPr sz="1100">
                <a:solidFill>
                  <a:srgbClr val="C9D4E5"/>
                </a:solidFill>
                <a:latin typeface="MiSans"/>
              </a:rPr>
              <a:t>
COUNT(*)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running_count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finance team wants to track cumulative revenue day by day. Write a query with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in the window function</a:t>
            </a:r>
            <a:r>
              <a:rPr sz="1100">
                <a:solidFill>
                  <a:srgbClr val="C9D4E5"/>
                </a:solidFill>
                <a:latin typeface="MiSans"/>
              </a:rPr>
              <a:t>. Display: sale_date, product, revenue, and SUM(revenue)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"Cumulative Revenue"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with PARTITION BY region and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to get a running total PER REGION:</a:t>
            </a:r>
            <a:r>
              <a:rPr sz="1100">
                <a:solidFill>
                  <a:srgbClr val="C9D4E5"/>
                </a:solidFill>
                <a:latin typeface="MiSans"/>
              </a:rPr>
              <a:t>
SUM(revenue)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region_running_total</a:t>
            </a:r>
            <a:r>
              <a:rPr sz="1100">
                <a:solidFill>
                  <a:srgbClr val="C9D4E5"/>
                </a:solidFill>
                <a:latin typeface="MiSans"/>
              </a:rPr>
              <a:t>.
Display region, sale_date, revenue, and the running total per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SQL-139: ORDER BY in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