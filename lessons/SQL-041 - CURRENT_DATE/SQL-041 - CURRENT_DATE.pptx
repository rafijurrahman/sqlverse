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CURRENT_DATE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CURRENT_DATE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CURRENT_DATE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SQL-041: CURRENT_DATE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CURRENT_DATE?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CURRENT_DATE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CURRENT_DATE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CURRENT_DATE when querying datasets that require CURRENT_DATE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CURRENT_DATE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CURRENT_DATE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SQL-041: CURRENT_DATE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CURRENT_DATE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SQL-041: CURRENT_DATE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CURRENT_DATE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Current date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SQL-041: CURRENT_DATE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SQL-041: CURRENT_DATE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CURRENT_DATE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SQL-041: CURRENT_DATE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CURRENT_DATE alongside all appointment records.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appointments where appointment_date is before CURRENT_DATE (past appointments).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hospital receptionist needs to find all upcoming appointments (appointment_date &gt;= CURRENT_DATE). Write the query and display patient_name, doctor_name, and appointment_date.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how many days ago each appointment occurred: DATEDIFF(CURRENT_DATE, appointment_date) as "Days Ago". Only show completed appointments. Sort by days ago ascending.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SQL-041: CURRENT_DATE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