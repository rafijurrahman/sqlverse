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SQL-007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AND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where multiple conditions are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AND is a logical operator that returns true only if all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is_active = 1 AND category = 'Electronics';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SQL-007: AND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AND?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AND is a logical operator that returns true only if all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Queries often require narrow criteria, such as active users who purchased in the last month.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AND when filtering rows based on multiple intersecting requirements.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AND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AND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SQL-007: AND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AND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Gaming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is_active = 1 AND category = 'Electronics';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SQL-007: AND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AND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Multi condition filtering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is_active = 1 AND category = 'Electronics';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Gaming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SQL-007: AND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AND executes after OR without grouping.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redundant or overlapping conditional logic.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Negating complex criteria with NOT without brackets.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nested conditions that span multiple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NOT with other logical operators blindly.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identical checks across multiple filters.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AND and OR expressions using clear parentheses.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search conditions concise and mutually exclusive.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Negate nested criteria using readable NOT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AND and OR operators at the start of new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indentation to show the hierarchy of conditions.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negative conditions to optimize query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SQL-007: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AND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SQL-007: AND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active products (is_active = 1) in the Electronics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active Electronics products with a price greater than 1000.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store wants to promote in-stock, active Electronics products priced under 2000. Write a query to find products meeting all three conditions: is_active = 1, category = 'Electronics', price &lt; 2000.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active products from the brand 'Logitech' or 'Sony' that have a price above 500. Use AND to ensure products are active.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SQL-007: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