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LAG()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LAG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LAG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LAG()?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LAG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LAG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LAG when querying datasets that require LAG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LAG()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LAG()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LAG()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LAG()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LAG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LAG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LAG() to show the previous sale's revenue: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sale_date, product, revenue, LAG(revenue) OVER (ORDER BY sale_date) AS prev_revenue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change from the previous sale:
revenue - LAG(revenue, 1, 0)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revenue_change</a:t>
            </a:r>
            <a:r>
              <a:rPr sz="1100">
                <a:solidFill>
                  <a:srgbClr val="C9D4E5"/>
                </a:solidFill>
                <a:latin typeface="MiSans"/>
              </a:rPr>
              <a:t>.
(LAG with a default of 0 for the first row.)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wants month-over-month comparison. Group by month first, then use LAG on the monthly total:
</a:t>
            </a:r>
            <a:r>
              <a:rPr sz="900">
                <a:solidFill>
                  <a:srgbClr val="C9D4E5"/>
                </a:solidFill>
                <a:latin typeface="Consolas"/>
              </a:rPr>
              <a:t>WITH monthly AS (SELECT MONTH(sale_date) AS month, SUM(revenue) AS monthly_rev FROM sales GROUP BY MONTH(sale_date))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month, monthly_rev, LAG(monthly_rev) OVER (ORDER BY month) AS prev_month_rev FROM monthly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LAG partitioned by region: show each sale with the previous sale's revenue in the same region:
LAG(revenue)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prev_region_revenue</a:t>
            </a:r>
            <a:r>
              <a:rPr sz="1100">
                <a:solidFill>
                  <a:srgbClr val="C9D4E5"/>
                </a:solidFill>
                <a:latin typeface="MiSans"/>
              </a:rPr>
              <a:t>.
Calculate the change: revenue - LAG(revenue)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SQL-145: LAG()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