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SQL-R012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Window Functions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Window Functions.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Window Functions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NTILE(4) OVER (ORDER BY revenue DESC) AS quartile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Window Functions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Window Functions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Window Functions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Window Functions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Window Functions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NTILE(4) OVER (ORDER BY revenue DESC) AS quartile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Window Functions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Window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product,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revenue,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revenue DESC) AS row_num,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RANK() OVER (ORDER BY revenue DESC) AS 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DENSE_RANK() OVER (ORDER BY revenue DESC) AS dense_rnk,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NTILE(4) OVER (ORDER BY revenue DESC) AS quartile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row_num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Study Table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5000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using all four ranking functions:
ROW_NUMBER()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row_num,</a:t>
            </a:r>
            <a:r>
              <a:rPr sz="1100">
                <a:solidFill>
                  <a:srgbClr val="C9D4E5"/>
                </a:solidFill>
                <a:latin typeface="MiSans"/>
              </a:rPr>
              <a:t>
RANK()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rnk,</a:t>
            </a:r>
            <a:r>
              <a:rPr sz="1100">
                <a:solidFill>
                  <a:srgbClr val="C9D4E5"/>
                </a:solidFill>
                <a:latin typeface="MiSans"/>
              </a:rPr>
              <a:t>
DENSE_RANK()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dense_rnk,</a:t>
            </a:r>
            <a:r>
              <a:rPr sz="1100">
                <a:solidFill>
                  <a:srgbClr val="C9D4E5"/>
                </a:solidFill>
                <a:latin typeface="MiSans"/>
              </a:rPr>
              <a:t>
NTILE(4)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AS quartile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with three analytical functions:
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prev_rev,</a:t>
            </a:r>
            <a:r>
              <a:rPr sz="1100">
                <a:solidFill>
                  <a:srgbClr val="C9D4E5"/>
                </a:solidFill>
                <a:latin typeface="MiSans"/>
              </a:rPr>
              <a:t>
LEAD(revenue)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next_rev,</a:t>
            </a:r>
            <a:r>
              <a:rPr sz="1100">
                <a:solidFill>
                  <a:srgbClr val="C9D4E5"/>
                </a:solidFill>
                <a:latin typeface="MiSans"/>
              </a:rPr>
              <a:t>
revenue - LAG(revenue) OVER (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sale_date) AS change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Complete analytics dashboard -- for each sale, show:
(A) Running total of revenue.
(B) 3-period moving average.
(C) Percent of category total.
(D) Rank within region.
All in one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comprehensive window function analysis using two CTEs:
CTE 1: monthly revenue aggregation.
CTE 2: apply window functions: running total, month-over-month growth, and rank.
Final </a:t>
            </a:r>
            <a:r>
              <a:rPr sz="900">
                <a:solidFill>
                  <a:srgbClr val="C9D4E5"/>
                </a:solidFill>
                <a:latin typeface="Consolas"/>
              </a:rPr>
              <a:t>SELECT: display complete monthly performance report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SQL-R012: Window Functions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