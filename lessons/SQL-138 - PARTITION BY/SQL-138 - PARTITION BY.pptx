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SQL-138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PARTITION BY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Master the PARTITION BY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PARTITION BY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region,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SUM(revenue) OVER (PARTITION BY region) AS region_total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sales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SQL-138: PARTITION BY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PARTITION BY?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PARTITION BY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Understanding PARTITION BY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PARTITION BY when querying datasets that require PARTITION BY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PARTITION BY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PARTITION BY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SQL-138: PARTITION BY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PARTITION BY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Branch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region,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SUM(revenue) OVER (PARTITION BY region) AS region_total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SQL-138: PARTITION BY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PARTITION BY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PARTITION BY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region,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SUM(revenue) OVER (PARTITION BY region) AS region_total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revenue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1200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6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1300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9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6000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SQL-138: PARTITION BY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SQL-138: PARTITION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PARTITION BY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SQL-138: PARTITION BY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using PARTITION BY region to calculate total revenue per region for each row:
</a:t>
            </a:r>
            <a:r>
              <a:rPr sz="900">
                <a:solidFill>
                  <a:srgbClr val="C9D4E5"/>
                </a:solidFill>
                <a:latin typeface="Consolas"/>
              </a:rPr>
              <a:t>SELECT region, sale_id, revenue, SUM(revenue) OVER (PARTITION BY region) AS region_total FROM sales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Use PARTITION BY category to show each sale's category average:
AVG(revenue) OVER (PARTITION BY category) AS category_avg.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analyst wants each sale shown with its region's total and the overall total for comparison:
</a:t>
            </a:r>
            <a:r>
              <a:rPr sz="900">
                <a:solidFill>
                  <a:srgbClr val="C9D4E5"/>
                </a:solidFill>
                <a:latin typeface="Consolas"/>
              </a:rPr>
              <a:t>SELECT region, product, revenue,</a:t>
            </a:r>
            <a:r>
              <a:rPr sz="1100">
                <a:solidFill>
                  <a:srgbClr val="C9D4E5"/>
                </a:solidFill>
                <a:latin typeface="MiSans"/>
              </a:rPr>
              <a:t>
       SUM(revenue) OVER (PARTITION BY region) AS region_total,
       SUM(revenue) OVER () AS grand_total </a:t>
            </a:r>
            <a:r>
              <a:rPr sz="900">
                <a:solidFill>
                  <a:srgbClr val="C9D4E5"/>
                </a:solidFill>
                <a:latin typeface="Consolas"/>
              </a:rPr>
              <a:t>FROM sales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with PARTITION BY to calculate the percentage of each sale within its region:
revenue / SUM(revenue) OVER (PARTITION BY region) * 100 AS "Region Share %". Round to 2 decimal places. Sort by region, revenue desc.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SQL-138: PARTITION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