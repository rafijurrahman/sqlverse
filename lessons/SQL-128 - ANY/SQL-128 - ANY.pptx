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SQL-128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ANY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ANY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ANY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revenue &gt; ANY ( SELECT revenue FROM sales WHERE category = 'Stationery' 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SQL-128: ANY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ANY?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ANY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ANY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ANY when querying datasets that require ANY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ANY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ANY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SQL-128: ANY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ANY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revenue &gt; ANY ( SELECT revenue FROM sales WHERE category = 'Stationery' 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SQL-128: ANY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ANY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ANY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revenue &gt; ANY ( SELECT revenue FROM sales WHERE category = 'Stationery' 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SQL-128: ANY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SQL-128: 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ANY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SQL-128: ANY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ANY to find sales where revenue is greater than ANY revenue in the 'Stationery' category: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sales WHERE revenue &gt; ANY (SELECT revenue FROM sales WHERE category = 'Stationery')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sales records where units_sold is greater than ANY record in Sylhet:
</a:t>
            </a:r>
            <a:r>
              <a:rPr sz="900">
                <a:solidFill>
                  <a:srgbClr val="C9D4E5"/>
                </a:solidFill>
                <a:latin typeface="Consolas"/>
              </a:rPr>
              <a:t>WHERE units_sold &gt; ANY (SELECT units_sold FROM sales WHERE region = 'Sylhet')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analytics team wants to find Electronics sales that performed better than at least one Stationery sale.
Use: </a:t>
            </a:r>
            <a:r>
              <a:rPr sz="900">
                <a:solidFill>
                  <a:srgbClr val="C9D4E5"/>
                </a:solidFill>
                <a:latin typeface="Consolas"/>
              </a:rPr>
              <a:t>WHERE category = 'Electronics' AND revenue &gt; ANY (SELECT revenue FROM sales WHERE category = 'Stationery')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products that had at least one sale higher than ANY sale in the 'Furniture' category.
Use &gt; ANY with the Furniture subquery. Display product, region, and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SQL-128: 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