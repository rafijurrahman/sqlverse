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SQL-120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Scalar Subquery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Nest a query inside another SQL statement.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A subquery is a nested SELECT query executed inside a parent query clause.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COUNT(*)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) AS total_orders;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customers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SQL-120: Scalar Subquery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Scalar Subquery?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A subquery is a nested SELECT query executed inside a parent query clause.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allows computing dynamic comparison limits, such as finding values above average.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subqueries when filtering values that depend on another query's output.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Scalar Subquery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Scalar Subquery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SQL-120: Scalar Subquery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Scalar Subquery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email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rahim@crm.com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fatema@crm.com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karim@crm.com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COUNT(*)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) AS total_orders;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total_orders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SQL-120: Scalar Subquery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Scalar Subquery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Scalar subquery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COUNT(*)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) AS total_orders;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total_orders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SQL-120: Scalar Subquery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correlated subqueries that run for every single row.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subqueries in SELECT must return one value.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Nesting subqueries too deeply (makes SQL unreadable).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multiple nested subqueries in SELECT.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performance bottlenecks caused by subqueries.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Leaving subqueries without clear formatting.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JOINs or CTEs instead of correlated subqueries.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scalar subqueries return exactly one row and column.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Keep subquery logic clean, simple, and self-contained.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Indent subqueries cleanly inside parentheses.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CTEs to break down complex nested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Document the purpose of nested lookups in comments.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SQL-120: Scalar Subquery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Scalar Subquery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SQL-120: Scalar Subquery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scalar subquery that returns one value: </a:t>
            </a:r>
            <a:r>
              <a:rPr sz="900">
                <a:solidFill>
                  <a:srgbClr val="C9D4E5"/>
                </a:solidFill>
                <a:latin typeface="Consolas"/>
              </a:rPr>
              <a:t>SELECT (SELECT COUNT(*) FROM orders) AS total_orders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that compares each order's amount to the overall average using a scalar subquery:
</a:t>
            </a:r>
            <a:r>
              <a:rPr sz="900">
                <a:solidFill>
                  <a:srgbClr val="C9D4E5"/>
                </a:solidFill>
                <a:latin typeface="Consolas"/>
              </a:rPr>
              <a:t>SELECT order_id, total_amount, (SELECT AVG(total_amount) FROM orders) AS avg_amount FROM orders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Display each customer's name alongside the total number of orders in the database:
</a:t>
            </a:r>
            <a:r>
              <a:rPr sz="900">
                <a:solidFill>
                  <a:srgbClr val="C9D4E5"/>
                </a:solidFill>
                <a:latin typeface="Consolas"/>
              </a:rPr>
              <a:t>SELECT first_name, last_name, (SELECT COUNT(*) FROM orders) AS total_company_orders FROM customers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show each order's total_amount and the difference from the maximum order:
</a:t>
            </a:r>
            <a:r>
              <a:rPr sz="900">
                <a:solidFill>
                  <a:srgbClr val="C9D4E5"/>
                </a:solidFill>
                <a:latin typeface="Consolas"/>
              </a:rPr>
              <a:t>SELECT order_id, total_amount, (SELECT MAX(total_amount) FROM orders) - total_amount AS gap_from_max FROM orders</a:t>
            </a:r>
            <a:r>
              <a:rPr sz="1100">
                <a:solidFill>
                  <a:srgbClr val="C9D4E5"/>
                </a:solidFill>
                <a:latin typeface="MiSans"/>
              </a:rPr>
              <a:t>.
Sort by gap ascending.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SQL-120: Scalar Subquery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