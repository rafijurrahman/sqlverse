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SQL-171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Query Optimization Basics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Query Optimization Basics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Query Optimization Basics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status,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total_amount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SQL-171: Query Optimization Basics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Query Optimization Basics?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Query Optimization Basics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Query Optimization Basics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Query Optimization Basics when querying datasets that require Query Optimization Basics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Query Optimization Basics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Query Optimization Basics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SQL-171: Query Optimization Basics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Query Optimization Basics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status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2024-02-01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Shipped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status,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total_amount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1004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SQL-171: Query Optimization Basics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Query Optimization Basics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Optimization basics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status,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total_amount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status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total_amount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3500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1200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1004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2200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SQL-171: Query Optimization Basics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SQL-171: Query Optimization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Query Optimization Basics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SQL-171: Query Optimization Basics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an optimized query: </a:t>
            </a:r>
            <a:r>
              <a:rPr sz="900">
                <a:solidFill>
                  <a:srgbClr val="C9D4E5"/>
                </a:solidFill>
                <a:latin typeface="Consolas"/>
              </a:rPr>
              <a:t>SELECT only needed columns instead of SELECT *: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order_id, status, total_amount FROM orders WHERE status = 'Completed'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Compare two equivalent queries:
(A)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status = 'Completed' AND total_amount &gt; 2000</a:t>
            </a:r>
            <a:r>
              <a:rPr sz="1100">
                <a:solidFill>
                  <a:srgbClr val="C9D4E5"/>
                </a:solidFill>
                <a:latin typeface="MiSans"/>
              </a:rPr>
              <a:t>.
(B) </a:t>
            </a:r>
            <a:r>
              <a:rPr sz="900">
                <a:solidFill>
                  <a:srgbClr val="C9D4E5"/>
                </a:solidFill>
                <a:latin typeface="Consolas"/>
              </a:rPr>
              <a:t>SELECT order_id, total_amount FROM orders WHERE status = 'Completed' AND total_amount &gt; 2000</a:t>
            </a:r>
            <a:r>
              <a:rPr sz="1100">
                <a:solidFill>
                  <a:srgbClr val="C9D4E5"/>
                </a:solidFill>
                <a:latin typeface="MiSans"/>
              </a:rPr>
              <a:t>.
Version B is faster (less data transferred).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report query for completed orders in Q1 2024. Use specific columns only, filter early with </a:t>
            </a:r>
            <a:r>
              <a:rPr sz="900">
                <a:solidFill>
                  <a:srgbClr val="C9D4E5"/>
                </a:solidFill>
                <a:latin typeface="Consolas"/>
              </a:rPr>
              <a:t>WHERE, and avoid unnecessary JOINs</a:t>
            </a:r>
            <a:r>
              <a:rPr sz="1100">
                <a:solidFill>
                  <a:srgbClr val="C9D4E5"/>
                </a:solidFill>
                <a:latin typeface="MiSans"/>
              </a:rPr>
              <a:t>. Show the optimized query.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Identify three optimization opportunities in this query: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YEAR(order_date) = 2024 AND status IN ('Completed', 'Shipped')</a:t>
            </a:r>
            <a:r>
              <a:rPr sz="1100">
                <a:solidFill>
                  <a:srgbClr val="C9D4E5"/>
                </a:solidFill>
                <a:latin typeface="MiSans"/>
              </a:rPr>
              <a:t>.
Write the optimized version using date range, specific columns, and proper indexing hints.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SQL-171: Query Optimization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