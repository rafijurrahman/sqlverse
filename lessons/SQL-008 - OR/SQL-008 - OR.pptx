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SQL-008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OR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OR?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OR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OR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OR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Alternative filtering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OR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that are in the 'Electronics' OR 'Furniture'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from the brand 'Walton' OR 'Navana'.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run a campaign for premium products. Retrieve all products that cost more than 5000 OR belong to the 'Electronics' category with a price above 2000.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products where the brand is 'Logitech' OR the brand is 'Sony'. Display product_name, brand, and price, sorted by price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SQL-008: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