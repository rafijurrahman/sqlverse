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SQL-151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Running Difference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Filter rows matching values inside a set list.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sale_date,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product,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revenue,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(revenue - LAG(revenue) OVER (ORDER BY sale_date)) AS running_diff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sales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SQL-151: Running Difference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Running Difference?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It replaces multiple OR conditions, keeping the SQL clean, readable, and highly maintainable.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IN when comparing a column to a set list of states, categories, or IDs.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Running Difference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Running Difference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SQL-151: Running Difference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Running Difference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sale_id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sale_date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region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store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2024-01-05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Main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Main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Chittagong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CTG Branch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sale_date,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product,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revenue,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(revenue - LAG(revenue) OVER (ORDER BY sale_date)) AS running_diff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sale_date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2024-01-05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2024-01-10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2024-01-12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SQL-151: Running Difference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Running Difference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Running difference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sale_date,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product,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revenue,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(revenue - LAG(revenue) OVER (ORDER BY sale_date)) AS running_diff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sale_date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product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revenue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2024-01-05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1700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2024-01-10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Notebook A5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600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2024-01-12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1200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SQL-151: Running Difference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multiple OR statements instead of the IN operator.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that BETWEEN is inclusive of boundaries.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Matching empty strings or NULL values using IN.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Hardcoding very long list values inside the IN clause.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BETWEEN with incompatible date string formats.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Combining IN with NOT without explicit parentheses.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Replace long OR lists with a clean IN condition.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range boundaries before applying BETWEEN.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Ensure IN lists are sorted or indexed for speed.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Format IN list elements on new lines if very long.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BETWEEN for numeric, date, and time ranges.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execution paths for subqueries inside 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SQL-151: Running Difference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Running Difference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SQL-151: Running Difference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calculate the difference between each sale's revenue and the previous sale's revenue using LAG:
revenue - LAG(revenue) OVER (</a:t>
            </a:r>
            <a:r>
              <a:rPr sz="900">
                <a:solidFill>
                  <a:srgbClr val="C9D4E5"/>
                </a:solidFill>
                <a:latin typeface="Consolas"/>
              </a:rPr>
              <a:t>ORDER BY sale_date) AS running_diff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show the difference from the running average:
revenue - AVG(revenue) OVER (</a:t>
            </a:r>
            <a:r>
              <a:rPr sz="900">
                <a:solidFill>
                  <a:srgbClr val="C9D4E5"/>
                </a:solidFill>
                <a:latin typeface="Consolas"/>
              </a:rPr>
              <a:t>ORDER BY sale_date) AS diff_from_running_avg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Track revenue momentum: is each sale higher or lower than the previous?
Display: sale_date, product, revenue, LAG(revenue) as "Previous", revenue - LAG(revenue) OVER (</a:t>
            </a:r>
            <a:r>
              <a:rPr sz="900">
                <a:solidFill>
                  <a:srgbClr val="C9D4E5"/>
                </a:solidFill>
                <a:latin typeface="Consolas"/>
              </a:rPr>
              <a:t>ORDER BY sale_date) as "Change",</a:t>
            </a:r>
            <a:r>
              <a:rPr sz="1100">
                <a:solidFill>
                  <a:srgbClr val="C9D4E5"/>
                </a:solidFill>
                <a:latin typeface="MiSans"/>
              </a:rPr>
              <a:t>
CASE WHEN revenue &gt; LAG(revenue) OVER (</a:t>
            </a:r>
            <a:r>
              <a:rPr sz="900">
                <a:solidFill>
                  <a:srgbClr val="C9D4E5"/>
                </a:solidFill>
                <a:latin typeface="Consolas"/>
              </a:rPr>
              <a:t>ORDER BY sale_date) THEN 'Up' ELSE 'Down' END as "Trend"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cumulative sum of differences (which equals current - first value):
SUM(revenue - LAG(revenue, 1, revenue) OVER (</a:t>
            </a:r>
            <a:r>
              <a:rPr sz="900">
                <a:solidFill>
                  <a:srgbClr val="C9D4E5"/>
                </a:solidFill>
                <a:latin typeface="Consolas"/>
              </a:rPr>
              <a:t>ORDER BY sale_date)) OVER (ORDER BY sale_date) as "Cumulative Change"</a:t>
            </a:r>
            <a:r>
              <a:rPr sz="1100">
                <a:solidFill>
                  <a:srgbClr val="C9D4E5"/>
                </a:solidFill>
                <a:latin typeface="MiSans"/>
              </a:rPr>
              <a:t>.
This traces total change from the starting point.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SQL-151: Running Difference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