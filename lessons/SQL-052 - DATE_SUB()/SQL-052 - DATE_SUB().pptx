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DATE_SUB()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DATE_SUB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DATE_SUB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"Previous Week"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DATE_SUB()?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DATE_SUB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DATE_SUB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DATE_SUB when querying datasets that require DATE_SUB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DATE_SUB()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DATE_SUB()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DATE_SUB()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"Previous Week"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DATE_SUB()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Previous appointment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DATE_SUB(appointment_date, INTERVAL 7 DAY) AS "Previous Week"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DATE_SUB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subtract 7 days from each appointment_date: DATE_SUB(appointment_date, INTERVAL 7 DAY). Label it "Previous Week".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appointments where appointment_date is within the last 90 days from a reference date of '2024-05-02': appointment_date &gt;= DATE_SUB('2024-05-02', INTERVAL 90 DAY).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sends appointment reminders 3 days before. Write a query to show what the reminder date would be for each upcoming (Scheduled) appointment: DATE_SUB(appointment_date, INTERVAL 3 DAY) as "Reminder Date".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patient_name, appointment_date, DATE_SUB(appointment_date, INTERVAL 1 MONTH) as "1 Month Before", and DATE_ADD(appointment_date, INTERVAL 1 MONTH) as "1 Month After". Sort by appointment_date.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SQL-052: DATE_SUB()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