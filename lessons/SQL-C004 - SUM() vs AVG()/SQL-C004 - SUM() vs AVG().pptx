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SQL-C004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SUM() vs AVG()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SUM and AVG.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SUM and AVG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AVG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SQL-C004: SUM() vs AVG()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SUM() vs AVG()?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SUM and AVG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SUM() vs AVG()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SUM() vs AVG()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SQL-C004: SUM() vs AVG()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SUM() vs AVG()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SQL-C004: SUM() vs AVG()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SUM() vs AVG()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SUM vs AVG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SQL-C004: SUM() vs AVG()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SQL-C004: SUM() vs AVG()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SUM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AVG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SQL-C004: SUM() vs AVG()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queries:
(A) SUM(quantity * unit_price) — total revenue from all items.
(B) AVG(quantity * unit_price) — average revenue per line item.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both SUM and AVG of unit_price per category. Use </a:t>
            </a:r>
            <a:r>
              <a:rPr sz="900">
                <a:solidFill>
                  <a:srgbClr val="C9D4E5"/>
                </a:solidFill>
                <a:latin typeface="Consolas"/>
              </a:rPr>
              <a:t>GROUP BY category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Finance needs a category report. For each category, display:
- Total Revenue: SUM(quantity * unit_price)
- Average Item Value: AVG(unit_price)
Sort by total revenue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categories where the total revenue (SUM) is greater than 5000 AND the average unit price (AVG) is greater than 500. Use </a:t>
            </a:r>
            <a:r>
              <a:rPr sz="900">
                <a:solidFill>
                  <a:srgbClr val="C9D4E5"/>
                </a:solidFill>
                <a:latin typeface="Consolas"/>
              </a:rPr>
              <a:t>HAVING with both conditions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SQL-C004: SUM() vs AVG()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