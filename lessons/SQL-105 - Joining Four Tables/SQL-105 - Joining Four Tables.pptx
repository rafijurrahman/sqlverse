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SQL-105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Joining Four Tables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py.method AS payment_method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products pr ON oi.product_id = pr.product_id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payments py ON o.order_id = py.order_id;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SQL-105: Joining Four Tables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Joining Four Tables?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Joining Four Tables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Joining Four Tables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SQL-105: Joining Four Tables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Joining Four Tables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py.method AS payment_method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products pr ON oi.product_id = pr.product_id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payments py ON o.order_id = py.order_id;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SQL-105: Joining Four Tables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Joining Four Tables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Four table join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c.last_name,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pr.product_name,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py.method AS payment_method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order_items oi ON o.order_id = oi.order_id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products pr ON oi.product_id = pr.product_id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payments py ON o.order_id = py.order_id;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SQL-105: Joining Four Tables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SQL-105: Joining Four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Joining Four Tables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SQL-105: Joining Four Tables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connecting customers → orders → order_items → products → payments (4-5 tables)</a:t>
            </a:r>
            <a:r>
              <a:rPr sz="1100">
                <a:solidFill>
                  <a:srgbClr val="C9D4E5"/>
                </a:solidFill>
                <a:latin typeface="MiSans"/>
              </a:rPr>
              <a:t>. Show customer name, product name, and payment method.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Join all available tables: customers, orders, order_items, products, payments. Show a comprehensive order detail row: customer name, product, quantity, unit price, payment method.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Full order fulfillment report: Join customers → orders → order_items → products. Show customer name, order_date, product_name, category, quantity, unit_price, and (quantity * unit_price) as line total. Filter for Completed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Join customers → orders → order_items → products. For each product category, calculate: total quantity sold, total revenue, number of unique customers who bought it. Group by category. Sort by revenue descending.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SQL-105: Joining Four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