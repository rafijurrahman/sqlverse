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AA0BF"/>
                </a:solidFill>
                <a:latin typeface="MiSans"/>
              </a:rPr>
              <a:t>SQL-063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Multiple Aggregate Functions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9D4E5"/>
                </a:solidFill>
                <a:latin typeface="MiSans"/>
              </a:rPr>
              <a:t>Master the Multiple Aggregate Functions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Multiple Aggregate Functions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82880" tIns="182880" rIns="182880" bIns="182880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order_items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SQL-063: Multiple Aggregate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What is Multiple Aggregate Functions?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Multiple Aggregate Functions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Understanding Multiple Aggregate Functions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Use Multiple Aggregate Functions when querying datasets that require Multiple Aggregate Functions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Multiple Aggregate Functions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FFC83D"/>
                </a:solidFill>
                <a:latin typeface="MiSans"/>
              </a:rPr>
              <a:t>TIP:  Always verify performance of Multiple Aggregate Functions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SQL-063: Multiple Aggregate Functions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iSans"/>
              </a:rPr>
              <a:t>How Does Multiple Aggregate Functions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342132" cy="1554480"/>
        </p:xfrm>
        <a:graphic>
          <a:graphicData uri="http://schemas.openxmlformats.org/drawingml/2006/table">
            <a:tbl>
              <a:tblPr/>
              <a:tblGrid>
                <a:gridCol w="4274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24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06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item_id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Dhaka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CTG Store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908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303270" cy="738376"/>
        </p:xfrm>
        <a:graphic>
          <a:graphicData uri="http://schemas.openxmlformats.org/drawingml/2006/table">
            <a:tbl>
              <a:tblPr/>
              <a:tblGrid>
                <a:gridCol w="33032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594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SQL-063: Multiple Aggregate Functions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MiSans"/>
              </a:rPr>
              <a:t>Multiple Aggregate Functions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Multiple aggregates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201168" tIns="201168" rIns="201168" bIns="164592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category,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COUNT(*),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SUM(quantity),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AVG(unit_price)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order_items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GROUP BY category;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303270" cy="854964"/>
        </p:xfrm>
        <a:graphic>
          <a:graphicData uri="http://schemas.openxmlformats.org/drawingml/2006/table">
            <a:tbl>
              <a:tblPr/>
              <a:tblGrid>
                <a:gridCol w="8938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78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category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COUNT(*)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MiSans"/>
                        </a:rPr>
                        <a:t>SUM(quantity)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Electronics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8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14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Furniture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41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Stationery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4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C9D4E5"/>
                          </a:solidFill>
                          <a:latin typeface="MiSans"/>
                        </a:rPr>
                        <a:t>23</a:t>
                      </a:r>
                    </a:p>
                  </a:txBody>
                  <a:tcPr anchor="ctr" marL="109728" marR="109728" marT="109728" marB="91440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SQL-063: Multiple Aggregate Functions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SQL-063: Multiple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Multiple Aggregate Functions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Practice on DB Fiddle</a:t>
            </a:r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9D4E5"/>
                </a:solidFill>
                <a:latin typeface="MiSans"/>
              </a:rPr>
              <a:t>View Solution on GitHub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SQL MASTER  ·  SQL-063: Multiple Aggregate Functions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64592" tIns="164592" rIns="164592" bIns="13716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calculate COUNT(*), SUM(quantity), and AVG(unit_price) all in one query, grouped by category.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to display per store: COUNT(*) as "Items", SUM(quantity) as "Units Sold", SUM(quantity * unit_price) as "Revenue", AVG(unit_price) as "Avg Price".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Management needs a comprehensive category performance dashboard. For each category show: item count, total quantity, total revenue, average price, min price, and max price in one query.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combining all aggregates for each store: COUNT(*), SUM revenue, AVG revenue per item, MIN unit_price, MAX unit_price. Filter using </a:t>
            </a:r>
            <a:r>
              <a:rPr sz="900">
                <a:solidFill>
                  <a:srgbClr val="C9D4E5"/>
                </a:solidFill>
                <a:latin typeface="Consolas"/>
              </a:rPr>
              <a:t>HAVING where total revenue &gt; 3000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SQL-063: Multiple Aggregate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