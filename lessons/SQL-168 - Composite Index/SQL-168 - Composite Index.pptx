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SQL-168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Composite Index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idx_customer_status ON orders(customer_id, status);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customer_id = 1 AND status = 'Completed';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SQL-168: Composite Index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Composite Index?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Composite Index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Composite Index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SQL-168: Composite Index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Composite Index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idx_customer_status ON orders(customer_id, status);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customer_id = 1 AND status = 'Completed';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SQL-168: Composite Index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Composite Index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Composite index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idx_customer_status ON orders(customer_id, status);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customer_id = 1 AND status = 'Completed';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SQL-168: Composite Index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SQL-168: Composite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Composite Index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SQL-168: Composite Index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composite index on (customer_id, status):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idx_customer_status ON orders(customer_id, status)</a:t>
            </a:r>
            <a:r>
              <a:rPr sz="1100">
                <a:solidFill>
                  <a:srgbClr val="C9D4E5"/>
                </a:solidFill>
                <a:latin typeface="MiSans"/>
              </a:rPr>
              <a:t>. Then: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customer_id = 1 AND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Composite indexes work for left-prefix queries: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idx_status_date ON orders(status, order_date)</a:t>
            </a:r>
            <a:r>
              <a:rPr sz="1100">
                <a:solidFill>
                  <a:srgbClr val="C9D4E5"/>
                </a:solidFill>
                <a:latin typeface="MiSans"/>
              </a:rPr>
              <a:t>. Works for: </a:t>
            </a:r>
            <a:r>
              <a:rPr sz="900">
                <a:solidFill>
                  <a:srgbClr val="C9D4E5"/>
                </a:solidFill>
                <a:latin typeface="Consolas"/>
              </a:rPr>
              <a:t>WHERE status = 'Completed', WHERE status = 'Completed' AND order_date = '2024-01-05'</a:t>
            </a:r>
            <a:r>
              <a:rPr sz="1100">
                <a:solidFill>
                  <a:srgbClr val="C9D4E5"/>
                </a:solidFill>
                <a:latin typeface="MiSans"/>
              </a:rPr>
              <a:t>. Does NOT help: </a:t>
            </a:r>
            <a:r>
              <a:rPr sz="900">
                <a:solidFill>
                  <a:srgbClr val="C9D4E5"/>
                </a:solidFill>
                <a:latin typeface="Consolas"/>
              </a:rPr>
              <a:t>WHERE order_date = '2024-01-05' alone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most common query is: </a:t>
            </a:r>
            <a:r>
              <a:rPr sz="900">
                <a:solidFill>
                  <a:srgbClr val="C9D4E5"/>
                </a:solidFill>
                <a:latin typeface="Consolas"/>
              </a:rPr>
              <a:t>WHERE status = 'Completed' AND order_date BETWEEN X AND Y</a:t>
            </a:r>
            <a:r>
              <a:rPr sz="1100">
                <a:solidFill>
                  <a:srgbClr val="C9D4E5"/>
                </a:solidFill>
                <a:latin typeface="MiSans"/>
              </a:rPr>
              <a:t>. Create a composite index for this: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idx_status_date ON orders(status, order_date)</a:t>
            </a:r>
            <a:r>
              <a:rPr sz="1100">
                <a:solidFill>
                  <a:srgbClr val="C9D4E5"/>
                </a:solidFill>
                <a:latin typeface="MiSans"/>
              </a:rPr>
              <a:t>. Write the optimized query.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 three-column composite index: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idx_cust_status_date ON orders(customer_id, status, order_date)</a:t>
            </a:r>
            <a:r>
              <a:rPr sz="1100">
                <a:solidFill>
                  <a:srgbClr val="C9D4E5"/>
                </a:solidFill>
                <a:latin typeface="MiSans"/>
              </a:rPr>
              <a:t>. Write queries that DO and DO NOT benefit from this index, demonstrating the left-prefix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SQL-168: Composite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