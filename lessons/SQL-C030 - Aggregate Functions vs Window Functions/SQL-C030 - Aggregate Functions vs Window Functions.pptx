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SQL-C030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Aggregate Functions vs Window Functions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Aggregate Functions and Window Functions.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Aggregate Functions and Window Functions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Window Functions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SQL-C030: Aggregate Functions vs Window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What is Aggregate Functions vs Window Functions?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Aggregate Functions and Window Functions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Aggregate Functions vs Window Functions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Aggregate Functions vs Window Functions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SQL-C030: Aggregate Functions vs Window Functions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How Does Aggregate Functions vs Window Functions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SQL-C030: Aggregate Functions vs Window Functions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Aggregate Functions vs Window Functions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Aggregate vs Window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SQL-C030: Aggregate Functions vs Window Functions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SQL-C030: Aggregate Functions vs Window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Aggregate Functions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Window Functions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SQL-C030: Aggregate Functions vs Window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Write:
(A) Regular aggregate: </a:t>
            </a:r>
            <a:r>
              <a:rPr sz="900">
                <a:solidFill>
                  <a:srgbClr val="C9D4E5"/>
                </a:solidFill>
                <a:latin typeface="Consolas"/>
              </a:rPr>
              <a:t>SELECT SUM(revenue) FROM sales -- single value</a:t>
            </a:r>
            <a:r>
              <a:rPr sz="1100">
                <a:solidFill>
                  <a:srgbClr val="C9D4E5"/>
                </a:solidFill>
                <a:latin typeface="MiSans"/>
              </a:rPr>
              <a:t>.
(B) Window aggregate: </a:t>
            </a:r>
            <a:r>
              <a:rPr sz="900">
                <a:solidFill>
                  <a:srgbClr val="C9D4E5"/>
                </a:solidFill>
                <a:latin typeface="Consolas"/>
              </a:rPr>
              <a:t>SELECT SUM(revenue) OVER () FROM sales -- same value in every row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Regular aggregate: AVG(revenue) returns one number.
Window aggregate: AVG(revenue) OVER (PARTITION BY category) returns the category average in each row.
Write both and observe.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dashboard needs each sale with three aggregates visible:
- Individual sale: revenue.
- Category total: SUM(revenue) OVER (PARTITION BY category).
- Company total: SUM(revenue) OVER ().
Write using window functions -- you cannot do this with </a:t>
            </a:r>
            <a:r>
              <a:rPr sz="900">
                <a:solidFill>
                  <a:srgbClr val="C9D4E5"/>
                </a:solidFill>
                <a:latin typeface="Consolas"/>
              </a:rPr>
              <a:t>GROUP BY alone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showing all aggregate comparisons for each sale:
- revenue vs AVG(revenue) OVER () (vs company avg)
- revenue vs AVG(revenue) OVER (PARTITION BY region) (vs region avg)
- revenue vs AVG(revenue) OVER (PARTITION BY category) (vs category avg)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SQL-C030: Aggregate Functions vs Window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