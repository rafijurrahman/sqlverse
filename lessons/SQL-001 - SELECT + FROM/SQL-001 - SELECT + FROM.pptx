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A0BF"/>
                </a:solidFill>
                <a:latin typeface="MiSans"/>
              </a:rPr>
              <a:t>SQL-001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SELECT + FROM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D4E5"/>
                </a:solidFill>
                <a:latin typeface="MiSans"/>
              </a:rPr>
              <a:t>Retrieve data from a table.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SELECT and FROM clauses form the core of every query, allowing you to choose columns and target a database table.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SELECT Columns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SELECT + FROM?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SELECT specifies which columns to retrieve. FROM specifies which table contains the source data.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Databases contain huge amounts of data. SELECT + FROM allows you to pull only the specific data fields you need.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Use SELECT and FROM in every single query to view columns and read database table contents.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products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Specify columns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Returned Table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Only selected fields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the spelling of table names and columns before executing.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SELECT + FROM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218236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HDMI Cable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Sony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117043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SELECT + FROM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table_name;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A retail store manager needs to generate a report showing only the names, brands, and prices of all products in the catalog.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brand,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83337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850.00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1200.00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8500.00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Selecting all columns with SELECT * in production.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FROM clause or misspelling table names.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Retrieving duplicate rows unnecessarily.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the entire query statement on a single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uppercase and lowercase keywords randomly.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short, cryptic table or column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Explicitly name only the columns you actually need.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table names and schemas before querying.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DISTINCT only when duplicate suppression is required.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SELECT and FROM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SQL keywords in UPPERCASE.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column lists cleanly for readability.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SELECT chooses which columns to display.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FROM targets the source table.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SELECT * retrieves all columns.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Aliases can rename output columns.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columns and all rows from the products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only product_name, brand, and price from the products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store manager needs a full product catalog report for a board meeting. Write a query to retrieve every product with all its details.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product_name, category, and price. Rename price as "Selling Price" using a column alias.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SQL-001: SELECT +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691</Words>
  <Application>Microsoft Office PowerPoint</Application>
  <PresentationFormat>On-screen Show (16:9)</PresentationFormat>
  <Paragraphs>169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6</cp:revision>
  <dcterms:created xsi:type="dcterms:W3CDTF">2026-07-08T08:16:46Z</dcterms:created>
  <dcterms:modified xsi:type="dcterms:W3CDTF">2026-07-10T04:21:44Z</dcterms:modified>
</cp:coreProperties>
</file>