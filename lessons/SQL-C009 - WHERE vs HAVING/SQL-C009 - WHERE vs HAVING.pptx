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WHERE vs HAVING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WHERE and HAVING.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WHERE and HAVING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SUM(quantity * unit_price) &gt; 5000;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HAVING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WHERE vs HAVING?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WHERE and HAVING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WHERE vs HAVING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WHERE vs HAVING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WHERE vs HAVING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SUM(quantity * unit_price) &gt; 5000;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WHERE vs HAVING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WHERE vs HAVING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SUM(quantity * unit_price) &gt; 5000;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values using standard equality (=).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assignment (=) instead of LIKE for partial matches.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multiple filter conditions without parentheses.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all filters on a single long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single quotes around text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on columns without indexing on large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LIKE with wildcards for partial text searches.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parenthetical groupings for compound filters.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each condition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logical operators (AND, OR, NOT).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Utilize indexed columns to speed up row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WHERE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HAVING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queries:
(A) Use </a:t>
            </a:r>
            <a:r>
              <a:rPr sz="900">
                <a:solidFill>
                  <a:srgbClr val="C9D4E5"/>
                </a:solidFill>
                <a:latin typeface="Consolas"/>
              </a:rPr>
              <a:t>WHERE to filter only Electronics items, then calculate total revenue</a:t>
            </a:r>
            <a:r>
              <a:rPr sz="1100">
                <a:solidFill>
                  <a:srgbClr val="C9D4E5"/>
                </a:solidFill>
                <a:latin typeface="MiSans"/>
              </a:rPr>
              <a:t>.
(B) Use </a:t>
            </a:r>
            <a:r>
              <a:rPr sz="900">
                <a:solidFill>
                  <a:srgbClr val="C9D4E5"/>
                </a:solidFill>
                <a:latin typeface="Consolas"/>
              </a:rPr>
              <a:t>HAVING to filter categories where total revenue &gt; 5000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</a:t>
            </a:r>
            <a:r>
              <a:rPr sz="900">
                <a:solidFill>
                  <a:srgbClr val="C9D4E5"/>
                </a:solidFill>
                <a:latin typeface="Consolas"/>
              </a:rPr>
              <a:t>WHERE filters rows BEFORE grouping</a:t>
            </a:r>
            <a:r>
              <a:rPr sz="1100">
                <a:solidFill>
                  <a:srgbClr val="C9D4E5"/>
                </a:solidFill>
                <a:latin typeface="MiSans"/>
              </a:rPr>
              <a:t>. Write a query filtering where unit_price &gt; 500, then group by category.
(B) </a:t>
            </a:r>
            <a:r>
              <a:rPr sz="900">
                <a:solidFill>
                  <a:srgbClr val="C9D4E5"/>
                </a:solidFill>
                <a:latin typeface="Consolas"/>
              </a:rPr>
              <a:t>HAVING filters groups AFTER aggregation</a:t>
            </a:r>
            <a:r>
              <a:rPr sz="1100">
                <a:solidFill>
                  <a:srgbClr val="C9D4E5"/>
                </a:solidFill>
                <a:latin typeface="MiSans"/>
              </a:rPr>
              <a:t>. Write a query grouping by category, then filter where SUM(quantity * unit_price) &gt; 3000.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analyst wants two reports:
(A) Revenue from Electronics only (use </a:t>
            </a:r>
            <a:r>
              <a:rPr sz="900">
                <a:solidFill>
                  <a:srgbClr val="C9D4E5"/>
                </a:solidFill>
                <a:latin typeface="Consolas"/>
              </a:rPr>
              <a:t>WHERE)</a:t>
            </a:r>
            <a:r>
              <a:rPr sz="1100">
                <a:solidFill>
                  <a:srgbClr val="C9D4E5"/>
                </a:solidFill>
                <a:latin typeface="MiSans"/>
              </a:rPr>
              <a:t>.
(B) Categories that generated more than 4000 in revenue (use </a:t>
            </a:r>
            <a:r>
              <a:rPr sz="900">
                <a:solidFill>
                  <a:srgbClr val="C9D4E5"/>
                </a:solidFill>
                <a:latin typeface="Consolas"/>
              </a:rPr>
              <a:t>HAVING)</a:t>
            </a:r>
            <a:r>
              <a:rPr sz="1100">
                <a:solidFill>
                  <a:srgbClr val="C9D4E5"/>
                </a:solidFill>
                <a:latin typeface="MiSans"/>
              </a:rPr>
              <a:t>.
Write both queries.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uses BOTH </a:t>
            </a:r>
            <a:r>
              <a:rPr sz="900">
                <a:solidFill>
                  <a:srgbClr val="C9D4E5"/>
                </a:solidFill>
                <a:latin typeface="Consolas"/>
              </a:rPr>
              <a:t>WHERE and HAVING: filter only items from 'Dhaka Store' using WHERE, then group by category, then use HAVING to show categories with revenue &gt; 3000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SQL-C009: WHERE vs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