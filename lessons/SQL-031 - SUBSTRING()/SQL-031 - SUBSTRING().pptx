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SQL-031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SUBSTRING()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SUBSTRING(first_name, 1, 3) AS "Name Code"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employees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SQL-031: SUBSTRING()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SUBSTRING()?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SUBSTRING()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SUBSTRING()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SQL-031: SUBSTRING()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SUBSTRING()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employee_code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Hossain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SUBSTRING(first_name, 1, 3) AS "Name Code"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Name Code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Ari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Sul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Kar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SQL-031: SUBSTRING()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SUBSTRING()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Extract first name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SUBSTRING(first_name, 1, 3) AS "Name Code"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Name Code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Ari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Sul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Kar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SQL-031: SUBSTRING()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SQL-031: SUBSTRING()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SUBSTRING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SQL-031: SUBSTRING()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extract the first 3 characters of each employee's first_name using SUBSTRING(first_name, 1, 3). Label it "Name Code".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extract the numeric part from employee_code. Since codes are like 'EMP-001', extract characters from position 5 with length 3: SUBSTRING(employee_code, 5, 3). Label it "ID Number".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IT team needs username prefixes from emails. Extract the part before '@' using SUBSTRING(email, 1, LOCATE('@', email) - 1). Label it "Username". Display employee_id and Username.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extract the department's first 3 letters using SUBSTRING(department, 1, 3) and combine it with the employee's hire year to create a unique code: CONCAT(SUBSTRING(department, 1, 3), '-', YEAR(hire_date)). Label it "Dept Year Code".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SQL-031: SUBSTRING()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