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SQL-078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DROP TABLE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DROP TABLE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DROP TABLE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students_backup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 VARCHAR(50)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DROP TABLE students_backup;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SQL-078: DROP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DROP TABLE?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DROP TABLE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DROP TABLE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DROP TABLE when querying datasets that require DROP TABLE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DROP TABLE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DROP TABLE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SQL-078: DROP TABLE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DROP TABLE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students_backup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 VARCHAR(50)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DROP TABLE students_backup;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SQL-078: DROP TABLE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DROP TABLE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Drop table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students_backup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PRIMARY KEY,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 VARCHAR(50)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DROP TABLE students_backup;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SQL-078: DROP TABLE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SQL-078: DROP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DROP TABLE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SQL-078: DROP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for a temporary table called students_backup, then write DROP TABLE students_backup to remove it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DROP TABLE IF EXISTS temp_results to safely drop a table that may or may not exist.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IT team runs cleanup scripts. Write a script that: (1) Creates temp_student_export table, (2) Shows how you would DROP TABLE temp_student_export after the export is done. Demonstrate DROP TABLE IF EXISTS for safety.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in a SQL comment why we use DROP TABLE IF EXISTS instead of DROP TABLE. Write both versions and demonstrate the safe pattern. Also show how DROP TABLE differs from TRUNCATE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SQL-078: DROP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