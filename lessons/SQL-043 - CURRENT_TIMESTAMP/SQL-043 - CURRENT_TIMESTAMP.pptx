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SQL-043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CURRENT_TIMESTAMP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CURRENT_TIMESTAMP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CURRENT_TIMESTAMP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appointment_id,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patient_name,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CURRENT_TIMESTAMP AS "Server Time"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appointments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SQL-043: CURRENT_TIMESTAMP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CURRENT_TIMESTAMP?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CURRENT_TIMESTAMP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CURRENT_TIMESTAMP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CURRENT_TIMESTAMP when querying datasets that require CURRENT_TIMESTAMP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CURRENT_TIMESTAMP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CURRENT_TIMESTAMP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SQL-043: CURRENT_TIMESTAMP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Sans"/>
              </a:rPr>
              <a:t>How Does CURRENT_TIMESTAMP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appointment_id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patient_name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doctor_name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specialty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 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 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Gynecology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Milon Ahmed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appointment_id,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patient_name,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CURRENT_TIMESTAMP AS "Server Time"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appointment_id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SQL-043: CURRENT_TIMESTAMP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CURRENT_TIMESTAMP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Timestamp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appointment_id,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patient_name,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CURRENT_TIMESTAMP AS "Server Time"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appointment_id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patient_name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Server Time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Rahim 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2026-07-09 16:49:37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Fatema 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2026-07-09 16:49:37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Milon Ahmed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2026-07-09 16:49:37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SQL-043: CURRENT_TIMESTAMP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SQL-043: CURRENT_TIMESTAMP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CURRENT_TIMESTAMP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SQL-043: CURRENT_TIMESTAMP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CURRENT_TIMESTAMP as "Server Time" alongside appointment_id and patient_name.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appointment_id, patient_name, appointment_date, appointment_time, and CURRENT_TIMESTAMP as "Report Generated At".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A hospital audit report needs a timestamp showing when the report was generated. Write a query to display all completed appointments and include CURRENT_TIMESTAMP as "Audit Time".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appointment_id, patient_name, and the combined appointment datetime (using CONCAT of date and time) vs CURRENT_TIMESTAMP. Show CURRENT_TIMESTAMP as "Now".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SQL-043: CURRENT_TIMESTAMP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