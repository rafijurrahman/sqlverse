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SQL-W008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Window Function Execution Order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step-by-step query execution flow of Window Function Execution Order.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Workflow analysis explains the sequence of internal database operations for Window Function Execution Order.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SUM(revenue) OVER () AS total_revenue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Process operations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output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SQL-W008: Window Function Execution Order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Window Function Execution Order?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Workflow analysis explains the sequence of internal database operations for Window Function Execution Order.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database execution flow helps diagnose syntax errors and optimize speed.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Analyze workflows when writing complex queries or debugging execution paths.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Window Function Execution Order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output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Window Function Execution Order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SQL-W008: Window Function Execution Order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Window Function Execution Order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SUM(revenue) OVER () AS total_revenue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SQL-W008: Window Function Execution Order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Window Function Execution Order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Window execution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SUM(revenue) OVER () AS total_revenue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revenue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total_revenue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1700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39060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600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39060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1200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39060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SQL-W008: Window Function Execution Order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SELECT before FROM and expecting SELECT first.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Filtering aggregated values inside the WHERE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Assuming logical execution order matches written syntax.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query clauses out of logical order.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Confusing physical execution paths with syntax rules.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optimizer statistics.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Understand that FROM runs first to load source tables.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WHERE to filter rows, GROUP BY to aggregate.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Trace execution steps sequentially in memory.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Structure queries to match logical execution flow.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Order clauses: FROM -&gt; JOIN -&gt; WHERE -&gt; GROUP -&gt; SELECT.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complex workflow steps in comments.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SQL-W008: Window Function Execution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Logical order differs from written syntax.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Database executes step-by-step in memory.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Indexes speed up workflow stages.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Debug logic at each step.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SQL-W008: Window Function Execution Order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simple window function query and trace the execution:
(1) </a:t>
            </a:r>
            <a:r>
              <a:rPr sz="900">
                <a:solidFill>
                  <a:srgbClr val="C9D4E5"/>
                </a:solidFill>
                <a:latin typeface="Consolas"/>
              </a:rPr>
              <a:t>FROM sales -- load all rows</a:t>
            </a:r>
            <a:r>
              <a:rPr sz="1100">
                <a:solidFill>
                  <a:srgbClr val="C9D4E5"/>
                </a:solidFill>
                <a:latin typeface="MiSans"/>
              </a:rPr>
              <a:t>.
(2) </a:t>
            </a:r>
            <a:r>
              <a:rPr sz="900">
                <a:solidFill>
                  <a:srgbClr val="C9D4E5"/>
                </a:solidFill>
                <a:latin typeface="Consolas"/>
              </a:rPr>
              <a:t>WHERE (if any)</a:t>
            </a:r>
            <a:r>
              <a:rPr sz="1100">
                <a:solidFill>
                  <a:srgbClr val="C9D4E5"/>
                </a:solidFill>
                <a:latin typeface="MiSans"/>
              </a:rPr>
              <a:t>.
(3) Window function calculated AFTER other clauses but BEFORE final </a:t>
            </a:r>
            <a:r>
              <a:rPr sz="900">
                <a:solidFill>
                  <a:srgbClr val="C9D4E5"/>
                </a:solidFill>
                <a:latin typeface="Consolas"/>
              </a:rPr>
              <a:t>SELECT output</a:t>
            </a:r>
            <a:r>
              <a:rPr sz="1100">
                <a:solidFill>
                  <a:srgbClr val="C9D4E5"/>
                </a:solidFill>
                <a:latin typeface="MiSans"/>
              </a:rPr>
              <a:t>.
(4) </a:t>
            </a:r>
            <a:r>
              <a:rPr sz="900">
                <a:solidFill>
                  <a:srgbClr val="C9D4E5"/>
                </a:solidFill>
                <a:latin typeface="Consolas"/>
              </a:rPr>
              <a:t>SELECT with window function result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with </a:t>
            </a:r>
            <a:r>
              <a:rPr sz="900">
                <a:solidFill>
                  <a:srgbClr val="C9D4E5"/>
                </a:solidFill>
                <a:latin typeface="Consolas"/>
              </a:rPr>
              <a:t>WHERE + window function</a:t>
            </a:r>
            <a:r>
              <a:rPr sz="1100">
                <a:solidFill>
                  <a:srgbClr val="C9D4E5"/>
                </a:solidFill>
                <a:latin typeface="MiSans"/>
              </a:rPr>
              <a:t>. Trace: </a:t>
            </a:r>
            <a:r>
              <a:rPr sz="900">
                <a:solidFill>
                  <a:srgbClr val="C9D4E5"/>
                </a:solidFill>
                <a:latin typeface="Consolas"/>
              </a:rPr>
              <a:t>WHERE filters rows first, then window operates on filtered set: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*, SUM(revenue) OVER () AS total FROM sales WHERE category = 'Electronics'</a:t>
            </a:r>
            <a:r>
              <a:rPr sz="1100">
                <a:solidFill>
                  <a:srgbClr val="C9D4E5"/>
                </a:solidFill>
                <a:latin typeface="MiSans"/>
              </a:rPr>
              <a:t>.
(Note: total is now sum of Electronics only, not all sales.)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demonstrating window function ordering within OVER:
PARTITION BY region 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 -- partitions into regional windows, then orders within each partition</a:t>
            </a:r>
            <a:r>
              <a:rPr sz="1100">
                <a:solidFill>
                  <a:srgbClr val="C9D4E5"/>
                </a:solidFill>
                <a:latin typeface="MiSans"/>
              </a:rPr>
              <a:t>.
Show running totals per region.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complete execution trace query with 5 window functions applied in one </a:t>
            </a:r>
            <a:r>
              <a:rPr sz="900">
                <a:solidFill>
                  <a:srgbClr val="C9D4E5"/>
                </a:solidFill>
                <a:latin typeface="Consolas"/>
              </a:rPr>
              <a:t>SELECT:</a:t>
            </a:r>
            <a:r>
              <a:rPr sz="1100">
                <a:solidFill>
                  <a:srgbClr val="C9D4E5"/>
                </a:solidFill>
                <a:latin typeface="MiSans"/>
              </a:rPr>
              <a:t>
ROW_NUMBER, RANK, SUM running total, AVG running avg, LAG.
All in one query. Trace each function's window definition.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SQL-W008: Window Function Execution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