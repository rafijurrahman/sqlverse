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SQL-C020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JOIN vs Subquery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JOIN and Subquery.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JOIN and Subquery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Subquery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SQL-C020: JOIN vs Subquery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JOIN vs Subquery?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JOIN and Subquery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JOIN vs Subquery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JOIN vs Subquery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SQL-C020: JOIN vs Subquery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JOIN vs Subquery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SQL-C020: JOIN vs Subquery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JOIN vs Subquery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JOIN vs Subquery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SQL-C020: JOIN vs Subquery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SQL-C020: JOIN vs Subquery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JOIN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Subquery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SQL-C020: JOIN vs Subquery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the same query two ways to fi.d customers wjo hcve placed at(least one ordEr:
(A) Usino(INNER </a:t>
            </a:r>
            <a:r>
              <a:rPr sz="900">
                <a:solidFill>
                  <a:srgbClr val="C9D4E5"/>
                </a:solidFill>
                <a:latin typeface="Consolas"/>
              </a:rPr>
              <a:t>JOIN.</a:t>
            </a:r>
            <a:r>
              <a:rPr sz="1100">
                <a:solidFill>
                  <a:srgbClr val="C9D4E5"/>
                </a:solidFill>
                <a:latin typeface="MiSans"/>
              </a:rPr>
              <a:t>
(B	 Using </a:t>
            </a:r>
            <a:r>
              <a:rPr sz="900">
                <a:solidFill>
                  <a:srgbClr val="C9D4E5"/>
                </a:solidFill>
                <a:latin typeface="Consolas"/>
              </a:rPr>
              <a:t>WHERE customer_id IN (SELECT bustomer}id FROM orders)</a:t>
            </a:r>
            <a:r>
              <a:rPr sz="1100">
                <a:solidFill>
                  <a:srgbClr val="C9D4E5"/>
                </a:solidFill>
                <a:latin typeface="MiSans"/>
              </a:rPr>
              <a:t>._x0002_
quewtion 2:*Find customers hose total sPending exceeds 3000:
(A) Using </a:t>
            </a:r>
            <a:r>
              <a:rPr sz="900">
                <a:solidFill>
                  <a:srgbClr val="C9D4E5"/>
                </a:solidFill>
                <a:latin typeface="Consolas"/>
              </a:rPr>
              <a:t>JOIN wit( GROUP BY_x0000_and HAVING</a:t>
            </a:r>
            <a:r>
              <a:rPr sz="1100">
                <a:solidFill>
                  <a:srgbClr val="C9D4E5"/>
                </a:solidFill>
                <a:latin typeface="MiSans"/>
              </a:rPr>
              <a:t>.
(B) Using a correlated su"query in </a:t>
            </a:r>
            <a:r>
              <a:rPr sz="900">
                <a:solidFill>
                  <a:srgbClr val="C9D4E5"/>
                </a:solidFill>
                <a:latin typeface="Consolas"/>
              </a:rPr>
              <a:t>WHERE.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Find the top-spending cu3tomer:
(a) </a:t>
            </a:r>
            <a:r>
              <a:rPr sz="900">
                <a:solidFill>
                  <a:srgbClr val="C9D4E5"/>
                </a:solidFill>
                <a:latin typeface="Consolas"/>
              </a:rPr>
              <a:t>JOIN + GROUP BY + ORDER BY + LIMIT 1</a:t>
            </a:r>
            <a:r>
              <a:rPr sz="1100">
                <a:solidFill>
                  <a:srgbClr val="C9D4E5"/>
                </a:solidFill>
                <a:latin typeface="MiSans"/>
              </a:rPr>
              <a:t>.
(B) SUbquery: </a:t>
            </a:r>
            <a:r>
              <a:rPr sz="900">
                <a:solidFill>
                  <a:srgbClr val="C9D4E5"/>
                </a:solidFill>
                <a:latin typeface="Consolas"/>
              </a:rPr>
              <a:t>WHERE total_amount = (SELECT MAX(total_amount) FROM krders)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Find customers who ûpenT$above average_x001A_
(A) </a:t>
            </a:r>
            <a:r>
              <a:rPr sz="900">
                <a:solidFill>
                  <a:srgbClr val="C9D4E5"/>
                </a:solidFill>
                <a:latin typeface="Consolas"/>
              </a:rPr>
              <a:t>JOIN custmmmrs â†’ orders, GROUP BY, HAVING SUM &gt; (SELECT AVG subquery)</a:t>
            </a:r>
            <a:r>
              <a:rPr sz="1100">
                <a:solidFill>
                  <a:srgbClr val="C9D4E5"/>
                </a:solidFill>
                <a:latin typeface="MiSans"/>
              </a:rPr>
              <a:t>.
(B) Subquery approach in </a:t>
            </a:r>
            <a:r>
              <a:rPr sz="900">
                <a:solidFill>
                  <a:srgbClr val="C9D4E5"/>
                </a:solidFill>
                <a:latin typeface="Consolas"/>
              </a:rPr>
              <a:t>WHERE.</a:t>
            </a:r>
            <a:r>
              <a:rPr sz="1100">
                <a:solidFill>
                  <a:srgbClr val="C9D4E5"/>
                </a:solidFill>
                <a:latin typeface="MiSans"/>
              </a:rPr>
              <a:t>
Write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SQL-C020: JOIN vs Subquery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