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SQL-016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IS NOT NULL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Exclude rows matching a specific condition.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NOT is a negation operator that reverses the truth value of a query filter condition.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phone IS NOT NULL;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SQL-016: IS NOT NULL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IS NOT NULL?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NOT is a negation operator that reverses the truth value of a query filter condition.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is much easier to specify what to exclude than listing every single allowed value.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NOT to exclude inactive records, zero stock items, or specific exception groups.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IS NOT NULL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IS NOT NULL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SQL-016: IS NOT NULL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IS NOT NULL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rahim@email.com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Rahman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fatema@email.com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phone IS NOT NULL;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SQL-016: IS NOT NULL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IS NOT NULL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Available phone numbers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phone IS NOT NULL;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Nasrin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Akter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SQL-016: IS NOT NULL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Checking for NULL using the equal operator (= NULL).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NULL equals zero or an empty string ('').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handle NULLs in mathematical equations.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Negating NULL filters using incorrect double negatives.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columns without NULL handling in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Comparing NULL fields with standard logic keys.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use IS NULL or IS NOT NULL for empty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Treat NULL as an unknown value, not a blank cell.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COALESCE() or IFNULL() to replace NULL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NULL comparison checks clearly on new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Provide fallback values for calculations in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NULL handling rules in the database schema.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SQL-016: IS NOT NULL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IS NOT NULL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SQL-016: IS NOT NULL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customers who have a phone number (phone IS NOT NULL).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customers who have both a valid email AND a valid phone number.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marketing team wants to send SMS campaigns to customers with verified phone numbers and known cities. Write a query to find customers where both phone IS NOT NULL and city IS NOT NULL.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customers who have complete contact information: email IS NOT NULL AND phone IS NOT NULL AND city IS NOT NULL. Display all their details and count the total using a COUNT(*) as a second query.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SQL-016: IS NOT NULL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