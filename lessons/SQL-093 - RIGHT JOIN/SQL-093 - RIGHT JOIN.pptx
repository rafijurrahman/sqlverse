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SQL-093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RIGHT JOIN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RIGHT JOIN orders o ON c.customer_id = o.customer_id;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SQL-093: RIGHT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RIGHT JOIN?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RIGHT JOIN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RIGHT JOIN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SQL-093: RIGHT JOIN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RIGHT JOIN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RIGHT JOIN orders o ON c.customer_id = o.customer_id;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SQL-093: RIGHT JOIN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RIGHT JOIN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Right join example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RIGHT JOIN orders o ON c.customer_id = o.customer_id;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SQL-093: RIGHT JOIN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SQL-093: RIGHT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RIGHT JOIN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SQL-093: RIGHT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RIGHT </a:t>
            </a:r>
            <a:r>
              <a:rPr sz="900">
                <a:solidFill>
                  <a:srgbClr val="C9D4E5"/>
                </a:solidFill>
                <a:latin typeface="Consolas"/>
              </a:rPr>
              <a:t>JOIN between customers and orders to show all orders including those without a matched customer (order_id 1007 has NULL customer_id)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RIGHT </a:t>
            </a:r>
            <a:r>
              <a:rPr sz="900">
                <a:solidFill>
                  <a:srgbClr val="C9D4E5"/>
                </a:solidFill>
                <a:latin typeface="Consolas"/>
              </a:rPr>
              <a:t>JOIN from customers to orders</a:t>
            </a:r>
            <a:r>
              <a:rPr sz="1100">
                <a:solidFill>
                  <a:srgbClr val="C9D4E5"/>
                </a:solidFill>
                <a:latin typeface="MiSans"/>
              </a:rPr>
              <a:t>. Show order_id, order_date, and customer first_name (NULL if no customer matched).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audit team wants to find any orders that don't have a valid customer record. Write a RIGHT </a:t>
            </a:r>
            <a:r>
              <a:rPr sz="900">
                <a:solidFill>
                  <a:srgbClr val="C9D4E5"/>
                </a:solidFill>
                <a:latin typeface="Consolas"/>
              </a:rPr>
              <a:t>JOIN from customers to orders, then filter WHERE customers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IS NULL.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both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and RIGHT JOIN queries between customers and orders</a:t>
            </a:r>
            <a:r>
              <a:rPr sz="1100">
                <a:solidFill>
                  <a:srgbClr val="C9D4E5"/>
                </a:solidFill>
                <a:latin typeface="MiSans"/>
              </a:rPr>
              <a:t>. Observe: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shows all customers (some without orders), RIGHT JOIN shows all orders (some without customers)</a:t>
            </a:r>
            <a:r>
              <a:rPr sz="1100">
                <a:solidFill>
                  <a:srgbClr val="C9D4E5"/>
                </a:solidFill>
                <a:latin typeface="MiSans"/>
              </a:rPr>
              <a:t>. Write 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SQL-093: RIGHT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