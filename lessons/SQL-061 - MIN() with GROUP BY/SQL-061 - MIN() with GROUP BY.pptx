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AA0BF"/>
                </a:solidFill>
                <a:latin typeface="MiSans"/>
              </a:rPr>
              <a:t>SQL-061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MiSans"/>
              </a:rPr>
              <a:t>MIN() with GROUP BY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9D4E5"/>
                </a:solidFill>
                <a:latin typeface="MiSans"/>
              </a:rPr>
              <a:t>Filter rows matching values inside a set list.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IN is a comparison operator that checks if a column value matches any element in a list.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82880" tIns="182880" rIns="182880" bIns="18288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category,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MIN(price)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products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GROUP BY category;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products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SQL-061: MIN() with GROUP BY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What is MIN() with GROUP BY?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IN is a comparison operator that checks if a column value matches any element in a list.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It replaces multiple OR conditions, keeping the SQL clean, readable, and highly maintainable.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Use IN when comparing a column to a set list of states, categories, or IDs.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MIN() with GROUP BY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FFC83D"/>
                </a:solidFill>
                <a:latin typeface="MiSans"/>
              </a:rPr>
              <a:t>TIP:  Always verify performance of MIN() with GROUP BY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SQL-061: MIN() with GROUP BY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MiSans"/>
              </a:rPr>
              <a:t>How Does MIN() with GROUP BY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342132" cy="1554480"/>
        </p:xfrm>
        <a:graphic>
          <a:graphicData uri="http://schemas.openxmlformats.org/drawingml/2006/table">
            <a:tbl>
              <a:tblPr/>
              <a:tblGrid>
                <a:gridCol w="4274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24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06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product_id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brand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category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Sticky Notes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Navana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Stationery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Marker Set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Artline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Stationery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Notebook A5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Navana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Stationery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category,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MIN(price)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products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GROUP BY category;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303270" cy="738376"/>
        </p:xfrm>
        <a:graphic>
          <a:graphicData uri="http://schemas.openxmlformats.org/drawingml/2006/table">
            <a:tbl>
              <a:tblPr/>
              <a:tblGrid>
                <a:gridCol w="3303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category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Electronics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Furniture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Stationery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SQL-061: MIN() with GROUP BY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MIN() with GROUP BY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products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Lowest product price by category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category,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MIN(price)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products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GROUP BY category;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303270" cy="854964"/>
        </p:xfrm>
        <a:graphic>
          <a:graphicData uri="http://schemas.openxmlformats.org/drawingml/2006/table">
            <a:tbl>
              <a:tblPr/>
              <a:tblGrid>
                <a:gridCol w="8938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78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Sans"/>
                        </a:rPr>
                        <a:t>category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Sans"/>
                        </a:rPr>
                        <a:t>MIN(price)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Electronics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350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Furniture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4500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Stationery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80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SQL-061: MIN() with GROUP BY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multiple OR statements instead of the IN operator.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that BETWEEN is inclusive of boundaries.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Matching empty strings or NULL values using IN.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Hardcoding very long list values inside the IN clause.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BETWEEN with incompatible date string formats.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Combining IN with NOT without explicit parentheses.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Replace long OR lists with a clean IN condition.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range boundaries before applying BETWEEN.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Ensure IN lists are sorted or indexed for speed.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Format IN list elements on new lines if very long.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BETWEEN for numeric, date, and time ranges.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execution paths for subqueries inside 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SQL-061: MIN() with GROUP BY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MIN with GROUP BY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Practice on DB Fiddle</a:t>
            </a:r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View Solution on GitHub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SQL-061: MIN() with GROUP BY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find the minimum price per category using MIN(price) and </a:t>
            </a:r>
            <a:r>
              <a:rPr sz="900">
                <a:solidFill>
                  <a:srgbClr val="C9D4E5"/>
                </a:solidFill>
                <a:latin typeface="Consolas"/>
              </a:rPr>
              <a:t>GROUP BY category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find the minimum stock per brand using MIN(stock). Group by brand.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purchasing team wants the cheapest product in each category. Display category, MIN(price) as "Cheapest Price", and </a:t>
            </a:r>
            <a:r>
              <a:rPr sz="900">
                <a:solidFill>
                  <a:srgbClr val="C9D4E5"/>
                </a:solidFill>
                <a:latin typeface="Consolas"/>
              </a:rPr>
              <a:t>ORDER BY cheapest price ascending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find the cheapest product per category by joining back to the products table: </a:t>
            </a:r>
            <a:r>
              <a:rPr sz="900">
                <a:solidFill>
                  <a:srgbClr val="C9D4E5"/>
                </a:solidFill>
                <a:latin typeface="Consolas"/>
              </a:rPr>
              <a:t>WHERE price = (SELECT MIN(price) FROM products p2 WHERE p2</a:t>
            </a:r>
            <a:r>
              <a:rPr sz="1100">
                <a:solidFill>
                  <a:srgbClr val="C9D4E5"/>
                </a:solidFill>
                <a:latin typeface="MiSans"/>
              </a:rPr>
              <a:t>.category = products.category). Display product_name, category, and price.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SQL-061: MIN() with GROUP BY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