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When NOT to Use an Index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Exclude rows matching a specific condition.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email LIKE '%shop.com';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SQL-170: When NOT to Use an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When NOT to Use an Index?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is much easier to specify what to exclude than listing every single allowed value.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NOT to exclude inactive records, zero stock items, or specific exception groups.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When NOT to Use an Index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When NOT to Use an Index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SQL-170: When NOT to Use an Index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When NOT to Use an Index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email LIKE '%shop.com';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SQL-170: When NOT to Use an Index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When NOT to Use an Index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Index limitations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email LIKE '%shop.com';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opcode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Init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OpenRead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Rewind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SQL-170: When NOT to Use an Index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SQL-170: When NOT to Use an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When NOT to Use an Index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SQL-170: When NOT to Use an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Indexes don't help with leading wildcard: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email LIKE '%shop</a:t>
            </a:r>
            <a:r>
              <a:rPr sz="1100">
                <a:solidFill>
                  <a:srgbClr val="C9D4E5"/>
                </a:solidFill>
                <a:latin typeface="MiSans"/>
              </a:rPr>
              <a:t>.com'. EXPLAIN shows full table scan. Write the query and observe.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Indexes on low-cardinality columns (like status with only 4 values) may not be used. MySQL might prefer a full table scan. Write EXPLAIN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 and observe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Overindexing slows INSERTs/UPDATEs. Write a scenario: if you have 5 indexes on the orders table, each </a:t>
            </a:r>
            <a:r>
              <a:rPr sz="900">
                <a:solidFill>
                  <a:srgbClr val="C9D4E5"/>
                </a:solidFill>
                <a:latin typeface="Consolas"/>
              </a:rPr>
              <a:t>INSERT must update all 5 index structures</a:t>
            </a:r>
            <a:r>
              <a:rPr sz="1100">
                <a:solidFill>
                  <a:srgbClr val="C9D4E5"/>
                </a:solidFill>
                <a:latin typeface="MiSans"/>
              </a:rPr>
              <a:t>. Discuss the trade-off with a design example.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 when indexes are NOT used:
(A) Functions on indexed columns: </a:t>
            </a:r>
            <a:r>
              <a:rPr sz="900">
                <a:solidFill>
                  <a:srgbClr val="C9D4E5"/>
                </a:solidFill>
                <a:latin typeface="Consolas"/>
              </a:rPr>
              <a:t>WHERE YEAR(order_date) = 2024 vs WHERE order_date BETWEEN '2024-01-01' AND '2024-12-31'</a:t>
            </a:r>
            <a:r>
              <a:rPr sz="1100">
                <a:solidFill>
                  <a:srgbClr val="C9D4E5"/>
                </a:solidFill>
                <a:latin typeface="MiSans"/>
              </a:rPr>
              <a:t>.
(B) NOT IN, NOT LIKE bypass indexes.
Write both versions and explain which is index-friendly.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SQL-170: When NOT to Use an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