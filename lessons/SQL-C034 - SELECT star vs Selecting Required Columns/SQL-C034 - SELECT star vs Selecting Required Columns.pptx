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SELECT star vs Selecting Required Columns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SELECT star and Selecting Required Columns.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SELECT star and Selecting Required Columns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Selecting Required Columns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SELECT star vs Selecting Required Columns?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SELECT star and Selecting Required Columns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 star vs Selecting Required Columns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SELECT star vs Selecting Required Columns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SELECT star vs Selecting Required Columns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SELECT star vs Selecting Required Columns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Evaluating SELECT * vs selecting specific columns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Selecting all columns with SELECT * in production.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FROM clause or misspelling table names.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Retrieving duplicate rows unnecessarily.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the entire query statement on a single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uppercase and lowercase keywords randomly.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short, cryptic table or column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Explicitly name only the columns you actually need.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table names and schemas before querying.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DISTINCT only when duplicate suppression is required.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SELECT and FROM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SQL keywords in UPPERCASE.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column lists cleanly for readability.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SELECT star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Selecting Required Columns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the execution plan of </a:t>
            </a:r>
            <a:r>
              <a:rPr sz="900">
                <a:solidFill>
                  <a:srgbClr val="C9D4E5"/>
                </a:solidFill>
                <a:latin typeface="Consolas"/>
              </a:rPr>
              <a:t>SELECT * vs SELECT order_id, total_amount for orders table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composite index on (status, total_amount). Write a query selecting only status and total_amount, and verify if it uses a "Covering Index" scan.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why selecting only required columns is faster and consumes less network bandwidth when retrieving millions of records.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performs a Join between customers and orders selecting only name and total_amount. Show the EXPLAIN plan and explain the cost difference compared to </a:t>
            </a:r>
            <a:r>
              <a:rPr sz="900">
                <a:solidFill>
                  <a:srgbClr val="C9D4E5"/>
                </a:solidFill>
                <a:latin typeface="Consolas"/>
              </a:rPr>
              <a:t>SELECT *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SQL-C034: SELECT star vs Selecting Required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