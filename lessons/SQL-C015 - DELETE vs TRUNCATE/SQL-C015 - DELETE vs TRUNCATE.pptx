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SQL-C015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DELETE vs TRUNCATE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DELETE and TRUNCATE.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DELETE and TRUNCATE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DELETE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3;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TRUNCATE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SQL-C015: DELETE vs TRUNCATE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DELETE vs TRUNCATE?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DELETE and TRUNCATE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DELETE vs TRUNCATE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DELETE vs TRUNCATE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SQL-C015: DELETE vs TRUNCATE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DELETE vs TRUNCATE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rahim@uni.edu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fatema@uni.edu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karim@uni.edu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DELETE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3;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SQL-C015: DELETE vs TRUNCATE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DELETE vs TRUNCATE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DELETE vs TRUNCATE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DELETE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3;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SQL-C015: DELETE vs TRUNCATE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SQL-C015: DELETE vs TRUNCATE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DELETE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TRUNCATE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SQL-C015: DELETE vs TRUNCATE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DELETE statement to remove a specific student: DELETE FROM students WHERE student_id = 3</a:t>
            </a:r>
            <a:r>
              <a:rPr sz="1100">
                <a:solidFill>
                  <a:srgbClr val="C9D4E5"/>
                </a:solidFill>
                <a:latin typeface="MiSans"/>
              </a:rPr>
              <a:t>. Contrast with TRUNCATE which removes ALL rows.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DELETE to remove all Inactive students: DELETE FROM students WHERE enrollment_status = 'Inactive'</a:t>
            </a:r>
            <a:r>
              <a:rPr sz="1100">
                <a:solidFill>
                  <a:srgbClr val="C9D4E5"/>
                </a:solidFill>
                <a:latin typeface="MiSans"/>
              </a:rPr>
              <a:t>. Then explain: TRUNCATE would delete ALL students without a </a:t>
            </a:r>
            <a:r>
              <a:rPr sz="900">
                <a:solidFill>
                  <a:srgbClr val="C9D4E5"/>
                </a:solidFill>
                <a:latin typeface="Consolas"/>
              </a:rPr>
              <a:t>WHERE clause option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(A) Write </a:t>
            </a:r>
            <a:r>
              <a:rPr sz="900">
                <a:solidFill>
                  <a:srgbClr val="C9D4E5"/>
                </a:solidFill>
                <a:latin typeface="Consolas"/>
              </a:rPr>
              <a:t>DELETE FROM enrollments WHERE grade IS NULL — removes only ungraded enrollments</a:t>
            </a:r>
            <a:r>
              <a:rPr sz="1100">
                <a:solidFill>
                  <a:srgbClr val="C9D4E5"/>
                </a:solidFill>
                <a:latin typeface="MiSans"/>
              </a:rPr>
              <a:t>.
(B) Write TRUNCATE TABLE enrollments — removes ALL enrollment records at once.
Show both and explain when to use each.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first count rows before: </a:t>
            </a:r>
            <a:r>
              <a:rPr sz="900">
                <a:solidFill>
                  <a:srgbClr val="C9D4E5"/>
                </a:solidFill>
                <a:latin typeface="Consolas"/>
              </a:rPr>
              <a:t>SELECT COUNT(*) FROM enrollments</a:t>
            </a:r>
            <a:r>
              <a:rPr sz="1100">
                <a:solidFill>
                  <a:srgbClr val="C9D4E5"/>
                </a:solidFill>
                <a:latin typeface="MiSans"/>
              </a:rPr>
              <a:t>. Then write </a:t>
            </a:r>
            <a:r>
              <a:rPr sz="900">
                <a:solidFill>
                  <a:srgbClr val="C9D4E5"/>
                </a:solidFill>
                <a:latin typeface="Consolas"/>
              </a:rPr>
              <a:t>DELETE FROM enrollments WHERE student_id = 3</a:t>
            </a:r>
            <a:r>
              <a:rPr sz="1100">
                <a:solidFill>
                  <a:srgbClr val="C9D4E5"/>
                </a:solidFill>
                <a:latin typeface="MiSans"/>
              </a:rPr>
              <a:t>. Then count again. Explain why TRUNCATE is faster for large tables but </a:t>
            </a:r>
            <a:r>
              <a:rPr sz="900">
                <a:solidFill>
                  <a:srgbClr val="C9D4E5"/>
                </a:solidFill>
                <a:latin typeface="Consolas"/>
              </a:rPr>
              <a:t>DELETE is safer for partial removal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SQL-C015: DELETE vs TRUNCATE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