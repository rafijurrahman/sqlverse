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SQL-R013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VIEW Revision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Review and reinforce your SQL skills for VIEW.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Revision lessons consolidate your knowledge of VIEW Revision through practice.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Combine queries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results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SQL-R013: VIEW Revision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VIEW Revision?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Revision lessons consolidate your knowledge of VIEW Revision through practice.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Reinforcing syntax rules through cumulative practice builds long-term muscle memory.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Review these revision slides after completing a block of core SQL topics.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VIEW Revision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results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VIEW Revision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SQL-R013: VIEW Revision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VIEW Revision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SQL-R013: VIEW Revision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VIEW Revision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VIEW revision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SQL-R013: VIEW Revision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Skipping practice challenges on revision slides.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Repeating basic syntax errors under revision checks.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edge cases like NULL or empty strings.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unformatted answers for practice questions.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warnings and query execution errors.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different style rules in revision answers.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Cumulative practice builds long-term muscle memory.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Reinforce syntax rules through cumulative coding.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Test queries against edge cases and empty database values.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structured answers with uppercase keywords.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and format queries for revision review.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solution logic in query headers.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SQL-R013: VIEW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Revision consolidates core syntax rules.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Helps identify gaps in query logic.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Improves problem-solving speed.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Prepares for real-world projects.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SQL-R013: VIEW Revision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four view operations:
(A) </a:t>
            </a:r>
            <a:r>
              <a:rPr sz="900">
                <a:solidFill>
                  <a:srgbClr val="C9D4E5"/>
                </a:solidFill>
                <a:latin typeface="Consolas"/>
              </a:rPr>
              <a:t>CREATE VIEW customer_order_summary</a:t>
            </a:r>
            <a:r>
              <a:rPr sz="1100">
                <a:solidFill>
                  <a:srgbClr val="C9D4E5"/>
                </a:solidFill>
                <a:latin typeface="MiSans"/>
              </a:rPr>
              <a:t>.
(B) </a:t>
            </a:r>
            <a:r>
              <a:rPr sz="900">
                <a:solidFill>
                  <a:srgbClr val="C9D4E5"/>
                </a:solidFill>
                <a:latin typeface="Consolas"/>
              </a:rPr>
              <a:t>SELECT from it</a:t>
            </a:r>
            <a:r>
              <a:rPr sz="1100">
                <a:solidFill>
                  <a:srgbClr val="C9D4E5"/>
                </a:solidFill>
                <a:latin typeface="MiSans"/>
              </a:rPr>
              <a:t>.
(C) </a:t>
            </a:r>
            <a:r>
              <a:rPr sz="900">
                <a:solidFill>
                  <a:srgbClr val="C9D4E5"/>
                </a:solidFill>
                <a:latin typeface="Consolas"/>
              </a:rPr>
              <a:t>CREATE OR REPLACE with an updated definition</a:t>
            </a:r>
            <a:r>
              <a:rPr sz="1100">
                <a:solidFill>
                  <a:srgbClr val="C9D4E5"/>
                </a:solidFill>
                <a:latin typeface="MiSans"/>
              </a:rPr>
              <a:t>.
(D) DROP VIEW IF EXISTS.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9D4E5"/>
                </a:solidFill>
                <a:latin typeface="Consolas"/>
              </a:rPr>
              <a:t>Create a complex view joining 3 tables: customers, orders, and a derived column (order count per customer).
Then query the view with a </a:t>
            </a:r>
            <a:r>
              <a:rPr sz="900">
                <a:solidFill>
                  <a:srgbClr val="C9D4E5"/>
                </a:solidFill>
                <a:latin typeface="Consolas"/>
              </a:rPr>
              <a:t>WHERE and ORDER BY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9D4E5"/>
                </a:solidFill>
                <a:latin typeface="Consolas"/>
              </a:rPr>
              <a:t>Create two business views:
(A) active_customers: customers who placed at least one Completed order.
(B) monthly_revenue: SUM of orders grouped by MONTH(order_date).
Write both </a:t>
            </a:r>
            <a:r>
              <a:rPr sz="900">
                <a:solidFill>
                  <a:srgbClr val="C9D4E5"/>
                </a:solidFill>
                <a:latin typeface="Consolas"/>
              </a:rPr>
              <a:t>CREATE VIEW statements and query each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9D4E5"/>
                </a:solidFill>
                <a:latin typeface="Consolas"/>
              </a:rPr>
              <a:t>Create a view that uses a window function: </a:t>
            </a:r>
            <a:r>
              <a:rPr sz="900">
                <a:solidFill>
                  <a:srgbClr val="C9D4E5"/>
                </a:solidFill>
                <a:latin typeface="Consolas"/>
              </a:rPr>
              <a:t>CREATE VIEW orders_ranked AS SELECT *, RANK() OVER (PARTITION BY customer_id ORDER BY total_amount DESC) AS spending_rank FROM orders</a:t>
            </a:r>
            <a:r>
              <a:rPr sz="1100">
                <a:solidFill>
                  <a:srgbClr val="C9D4E5"/>
                </a:solidFill>
                <a:latin typeface="MiSans"/>
              </a:rPr>
              <a:t>.
Query to show each customer's top-ranked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SQL-R013: VIEW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