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WITH (Common Table Expression)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WITH (Common Table Expression)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WITH (Common Table Expression)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regional_revenue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total_revenue DESC;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SQL-130: WITH (Common Table Expression)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WITH (Common Table Expression)?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WITH (Common Table Expression)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WITH (Common Table Expression)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WITH (Common Table Expression) when querying datasets that require WITH (Common Table Expression)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WITH (Common Table Expression)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WITH (Common Table Expression)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SQL-130: WITH (Common Table Expression)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WITH (Common Table Expression)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regional_revenue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total_revenue DESC;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SQL-130: WITH (Common Table Expression)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WITH (Common Table Expression)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Basic CTE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regional_revenue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total_revenue DESC;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16700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13500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8860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SQL-130: WITH (Common Table Expression)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SQL-130: WITH (Common Table Expression)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WITH (Common Table Expression)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SQL-130: WITH (Common Table Expression)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basic CTE to calculate total revenue per region:
</a:t>
            </a:r>
            <a:r>
              <a:rPr sz="900">
                <a:solidFill>
                  <a:srgbClr val="C9D4E5"/>
                </a:solidFill>
                <a:latin typeface="Consolas"/>
              </a:rPr>
              <a:t>WITH regional_revenue AS (</a:t>
            </a:r>
            <a:r>
              <a:rPr sz="1100">
                <a:solidFill>
                  <a:srgbClr val="C9D4E5"/>
                </a:solidFill>
                <a:latin typeface="MiSans"/>
              </a:rPr>
              <a:t>
    </a:t>
            </a:r>
            <a:r>
              <a:rPr sz="900">
                <a:solidFill>
                  <a:srgbClr val="C9D4E5"/>
                </a:solidFill>
                <a:latin typeface="Consolas"/>
              </a:rPr>
              <a:t>SELECT region, SUM(revenue) AS total_revenue FROM sales GROUP BY region</a:t>
            </a:r>
            <a:r>
              <a:rPr sz="1100">
                <a:solidFill>
                  <a:srgbClr val="C9D4E5"/>
                </a:solidFill>
                <a:latin typeface="MiSans"/>
              </a:rPr>
              <a:t>
)
</a:t>
            </a:r>
            <a:r>
              <a:rPr sz="900">
                <a:solidFill>
                  <a:srgbClr val="C9D4E5"/>
                </a:solidFill>
                <a:latin typeface="Consolas"/>
              </a:rPr>
              <a:t>SELECT region, total_revenue FROM regional_revenue ORDER BY total_revenue DESC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to find above-average revenue sales:
</a:t>
            </a:r>
            <a:r>
              <a:rPr sz="900">
                <a:solidFill>
                  <a:srgbClr val="C9D4E5"/>
                </a:solidFill>
                <a:latin typeface="Consolas"/>
              </a:rPr>
              <a:t>WITH avg_rev AS (SELECT AVG(revenue) AS avg_val FROM sales)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sales, avg_rev WHERE revenue &gt; avg_val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CTE to summarize sales by category, then select from it:
</a:t>
            </a:r>
            <a:r>
              <a:rPr sz="900">
                <a:solidFill>
                  <a:srgbClr val="C9D4E5"/>
                </a:solidFill>
                <a:latin typeface="Consolas"/>
              </a:rPr>
              <a:t>WITH category_summary AS (</a:t>
            </a:r>
            <a:r>
              <a:rPr sz="1100">
                <a:solidFill>
                  <a:srgbClr val="C9D4E5"/>
                </a:solidFill>
                <a:latin typeface="MiSans"/>
              </a:rPr>
              <a:t>
    </a:t>
            </a:r>
            <a:r>
              <a:rPr sz="900">
                <a:solidFill>
                  <a:srgbClr val="C9D4E5"/>
                </a:solidFill>
                <a:latin typeface="Consolas"/>
              </a:rPr>
              <a:t>SELECT category, COUNT(*) AS sales_count, SUM(revenue) AS total, AVG(revenue) AS avg_rev FROM sales 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
)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category_summary ORDER BY total DESC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that calculates profit per sale (revenue - cost), then use the CTE to find the top 5 most profitable sales. Display product, region, revenue, cost, and profit.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SQL-130: WITH (Common Table Expression)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