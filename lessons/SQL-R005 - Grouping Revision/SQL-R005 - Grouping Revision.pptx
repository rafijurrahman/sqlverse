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SQL-R005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Grouping Revision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Review and reinforce your SQL skills for Grouping.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Revision lessons consolidate your knowledge of Grouping Revision through practice.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 AS Items,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SUM(quantity) AS Units,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 * unit_price) AS 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ORDER BY Revenue DESC;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order_items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Combine queries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results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SQL-R005: Grouping Revision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Grouping Revision?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Revision lessons consolidate your knowledge of Grouping Revision through practice.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Reinforcing syntax rules through cumulative practice builds long-term muscle memory.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Review these revision slides after completing a block of core SQL topics.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Grouping Revision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results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Grouping Revision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SQL-R005: Grouping Revision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Grouping Revision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item_id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 AS Items,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SUM(quantity) AS Units,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 * unit_price) AS 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ORDER BY Revenue DESC;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Furniture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SQL-R005: Grouping Revision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Grouping Revision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Grouping revision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 AS Items,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SUM(quantity) AS Units,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 * unit_price) AS 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ORDER BY Revenue DESC;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Items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Units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Furniture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8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14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4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SQL-R005: Grouping Revision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Skipping practice challenges on revision slides.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Repeating basic syntax errors under revision checks.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edge cases like NULL or empty strings.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unformatted answers for practice questions.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warnings and query execution errors.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different style rules in revision answers.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Cumulative practice builds long-term muscle memory.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Reinforce syntax rules through cumulative coding.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Test queries against edge cases and empty database values.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structured answers with uppercase keywords.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Indent and format queries for revision review.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solution logic in query headers.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SQL-R005: Grouping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Revision consolidates core syntax rules.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Helps identify gaps in query logic.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Improves problem-solving speed.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Prepares for real-world projects.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SQL-R005: Grouping Revision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display: category, COUNT(*) as "Items", SUM(quantity) as "Units", SUM(quantity * unit_price) as "Revenue". Group by category. Order by revenue descending.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per store: total revenue, total cost, profit (revenue - cost), and profit margin percentage. Sort by profit descending.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Management wants the top-2 revenue-generating stores. Write a query grouped by store, ordered by total revenue descending, limited to 2.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full report query:
- </a:t>
            </a:r>
            <a:r>
              <a:rPr sz="900">
                <a:solidFill>
                  <a:srgbClr val="C9D4E5"/>
                </a:solidFill>
                <a:latin typeface="Consolas"/>
              </a:rPr>
              <a:t>FROM order_items</a:t>
            </a:r>
            <a:r>
              <a:rPr sz="1100">
                <a:solidFill>
                  <a:srgbClr val="C9D4E5"/>
                </a:solidFill>
                <a:latin typeface="MiSans"/>
              </a:rPr>
              <a:t>
- </a:t>
            </a:r>
            <a:r>
              <a:rPr sz="900">
                <a:solidFill>
                  <a:srgbClr val="C9D4E5"/>
                </a:solidFill>
                <a:latin typeface="Consolas"/>
              </a:rPr>
              <a:t>WHERE unit_price &gt; 100</a:t>
            </a:r>
            <a:r>
              <a:rPr sz="1100">
                <a:solidFill>
                  <a:srgbClr val="C9D4E5"/>
                </a:solidFill>
                <a:latin typeface="MiSans"/>
              </a:rPr>
              <a:t>
- </a:t>
            </a:r>
            <a:r>
              <a:rPr sz="900">
                <a:solidFill>
                  <a:srgbClr val="C9D4E5"/>
                </a:solidFill>
                <a:latin typeface="Consolas"/>
              </a:rPr>
              <a:t>GROUP BY store, category</a:t>
            </a:r>
            <a:r>
              <a:rPr sz="1100">
                <a:solidFill>
                  <a:srgbClr val="C9D4E5"/>
                </a:solidFill>
                <a:latin typeface="MiSans"/>
              </a:rPr>
              <a:t>
- </a:t>
            </a:r>
            <a:r>
              <a:rPr sz="900">
                <a:solidFill>
                  <a:srgbClr val="C9D4E5"/>
                </a:solidFill>
                <a:latin typeface="Consolas"/>
              </a:rPr>
              <a:t>HAVING SUM(quantity * unit_price) &gt; 1500</a:t>
            </a:r>
            <a:r>
              <a:rPr sz="1100">
                <a:solidFill>
                  <a:srgbClr val="C9D4E5"/>
                </a:solidFill>
                <a:latin typeface="MiSans"/>
              </a:rPr>
              <a:t>
- </a:t>
            </a:r>
            <a:r>
              <a:rPr sz="900">
                <a:solidFill>
                  <a:srgbClr val="C9D4E5"/>
                </a:solidFill>
                <a:latin typeface="Consolas"/>
              </a:rPr>
              <a:t>SELECT store, category, SUM revenue, AVG unit_price</a:t>
            </a:r>
            <a:r>
              <a:rPr sz="1100">
                <a:solidFill>
                  <a:srgbClr val="C9D4E5"/>
                </a:solidFill>
                <a:latin typeface="MiSans"/>
              </a:rPr>
              <a:t>
- </a:t>
            </a:r>
            <a:r>
              <a:rPr sz="900">
                <a:solidFill>
                  <a:srgbClr val="C9D4E5"/>
                </a:solidFill>
                <a:latin typeface="Consolas"/>
              </a:rPr>
              <a:t>ORDER BY revenue DESC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SQL-R005: Grouping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