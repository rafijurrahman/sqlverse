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SQL-162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CREATE VIEW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CREATE VIEW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CREATE VIEW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dhaka_customers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= 'Dhaka';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dhaka_customers;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SQL-162: CREATE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CREATE VIEW?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CREATE VIEW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CREATE VIEW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CREATE VIEW when querying datasets that require CREATE VIEW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CREATE VIEW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CREATE VIEW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SQL-162: CREATE VIEW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CREATE VIEW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dhaka_customers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= 'Dhaka';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dhaka_customers;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SQL-162: CREATE VIEW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CREATE VIEW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CREATE VIEW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VIEW dhaka_customers 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city = 'Dhaka';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dhaka_customers;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SQL-162: CREATE VIEW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complex views that nest other views deeply.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Attempting to update read-only views with aggregates.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Assuming views improve performance (they are just queries).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view definitions without naming columns.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Leaving views active after tables are dropped.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views for single-use queries.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views simple and focused on query reuse.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views primarily for security and data abstraction.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materialized views for performance if supported.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view definition queries with clean indentation.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keywords (CREATE, VIEW, AS).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view schemas in database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SQL-162: CREATE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CREATE VIEW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SQL-162: CREATE VIEW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dhaka_customers AS SELECT * FROM customers WHERE city = 'Dhaka'</a:t>
            </a:r>
            <a:r>
              <a:rPr sz="1100">
                <a:solidFill>
                  <a:srgbClr val="C9D4E5"/>
                </a:solidFill>
                <a:latin typeface="MiSans"/>
              </a:rPr>
              <a:t>. Then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dhaka_customers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high_value_orders AS SELECT * FROM orders WHERE total_amount &gt; 3000</a:t>
            </a:r>
            <a:r>
              <a:rPr sz="1100">
                <a:solidFill>
                  <a:srgbClr val="C9D4E5"/>
                </a:solidFill>
                <a:latin typeface="MiSans"/>
              </a:rPr>
              <a:t>. Then query it with additional filters.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view for the sales dashboard: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sales_dashboard AS SELECT o</a:t>
            </a:r>
            <a:r>
              <a:rPr sz="1100">
                <a:solidFill>
                  <a:srgbClr val="C9D4E5"/>
                </a:solidFill>
                <a:latin typeface="MiSans"/>
              </a:rPr>
              <a:t>.order_id, CONCAT(c.first_name,' ',c.last_name) AS customer, o.total_amount, o.status, o.order_date, c.city </a:t>
            </a:r>
            <a:r>
              <a:rPr sz="900">
                <a:solidFill>
                  <a:srgbClr val="C9D4E5"/>
                </a:solidFill>
                <a:latin typeface="Consolas"/>
              </a:rPr>
              <a:t>FROM orders o JOIN customers c ON o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 = c.customer_id.
Query the view to show Completed orders from Dhaka.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two views:
(A) premium_customers: customers with total spending &gt; 5000.
(B) recent_orders: orders from the last 3 months of data.
Write both </a:t>
            </a:r>
            <a:r>
              <a:rPr sz="900">
                <a:solidFill>
                  <a:srgbClr val="C9D4E5"/>
                </a:solidFill>
                <a:latin typeface="Consolas"/>
              </a:rPr>
              <a:t>CREATE VIEW statements and query each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SQL-162: CREATE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