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SQL-110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INNER JOIN Common Mistakes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SQL-110: INNER JOIN Common Mistakes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INNER JOIN Common Mistakes?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INNER JOIN Common Mistakes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INNER JOIN Common Mistakes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SQL-110: INNER JOIN Common Mistakes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INNER JOIN Common Mistakes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SQL-110: INNER JOIN Common Mistakes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INNER JOIN Common Mistakes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INNER JOIN mistakes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SQL-110: INNER JOIN Common Mistakes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SQL-110: INNER JOIN 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INNER JOIN Common Mistakes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SQL-110: INNER JOIN Common Mistakes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Demonstrate a common mistake: writing a </a:t>
            </a:r>
            <a:r>
              <a:rPr sz="900">
                <a:solidFill>
                  <a:srgbClr val="C9D4E5"/>
                </a:solidFill>
                <a:latin typeface="Consolas"/>
              </a:rPr>
              <a:t>JOIN without the ON clause (which becomes a CROSS JOIN)</a:t>
            </a:r>
            <a:r>
              <a:rPr sz="1100">
                <a:solidFill>
                  <a:srgbClr val="C9D4E5"/>
                </a:solidFill>
                <a:latin typeface="MiSans"/>
              </a:rPr>
              <a:t>. Write the wrong version and the correct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 version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Another common mistake: joining on the wrong column. Write a query with the correct </a:t>
            </a:r>
            <a:r>
              <a:rPr sz="900">
                <a:solidFill>
                  <a:srgbClr val="C9D4E5"/>
                </a:solidFill>
                <a:latin typeface="Consolas"/>
              </a:rPr>
              <a:t>JOIN: ON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o.customer_id (not ON c.city = o.status). Show what happens with wrong vs correct ON.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 developer wrote: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customers, orders WHERE customer_id = customer_id</a:t>
            </a:r>
            <a:r>
              <a:rPr sz="1100">
                <a:solidFill>
                  <a:srgbClr val="C9D4E5"/>
                </a:solidFill>
                <a:latin typeface="MiSans"/>
              </a:rPr>
              <a:t>. This creates ambiguity. Write the correct version using explicit table references: c.customer_id = o.customer_id.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corrected version of a query that has wrong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 logic (selecting columns from a joined table that don't exist)</a:t>
            </a:r>
            <a:r>
              <a:rPr sz="1100">
                <a:solidFill>
                  <a:srgbClr val="C9D4E5"/>
                </a:solidFill>
                <a:latin typeface="MiSans"/>
              </a:rPr>
              <a:t>. Show the correct version using proper aliases and explicit column references.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SQL-110: INNER JOIN 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