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SQL-C029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GROUP BY vs Window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GROUP BY and Window Functions.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GROUP BY and Window Functions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Window Functions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SQL-C029: GROUP BY vs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GROUP BY vs Window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GROUP BY and Window Functions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GROUP BY vs Window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GROUP BY vs Window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SQL-C029: GROUP BY vs Window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GROUP BY vs Window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SQL-C029: GROUP BY vs Window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GROUP BY vs Window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GROUP BY vs Window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SQL-C029: GROUP BY vs Window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SQL-C029: GROUP BY vs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GROUP BY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Window Functions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SQL-C029: GROUP BY vs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both:
(A) </a:t>
            </a:r>
            <a:r>
              <a:rPr sz="900">
                <a:solidFill>
                  <a:srgbClr val="C9D4E5"/>
                </a:solidFill>
                <a:latin typeface="Consolas"/>
              </a:rPr>
              <a:t>GROUP BY: SELECT region, SUM(revenue) FROM sales GROUP BY region -- 3 rows</a:t>
            </a:r>
            <a:r>
              <a:rPr sz="1100">
                <a:solidFill>
                  <a:srgbClr val="C9D4E5"/>
                </a:solidFill>
                <a:latin typeface="MiSans"/>
              </a:rPr>
              <a:t>.
(B) Window: </a:t>
            </a:r>
            <a:r>
              <a:rPr sz="900">
                <a:solidFill>
                  <a:srgbClr val="C9D4E5"/>
                </a:solidFill>
                <a:latin typeface="Consolas"/>
              </a:rPr>
              <a:t>SELECT region, revenue, SUM(revenue) OVER (PARTITION BY region) -- 15 rows with regional total</a:t>
            </a:r>
            <a:r>
              <a:rPr sz="1100">
                <a:solidFill>
                  <a:srgbClr val="C9D4E5"/>
                </a:solidFill>
                <a:latin typeface="MiSans"/>
              </a:rPr>
              <a:t>.
Count the rows from each.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GROUP BY collapses rows</a:t>
            </a:r>
            <a:r>
              <a:rPr sz="1100">
                <a:solidFill>
                  <a:srgbClr val="C9D4E5"/>
                </a:solidFill>
                <a:latin typeface="MiSans"/>
              </a:rPr>
              <a:t>. Window functions preserve rows.
Write a query that needs BOTH: </a:t>
            </a:r>
            <a:r>
              <a:rPr sz="900">
                <a:solidFill>
                  <a:srgbClr val="C9D4E5"/>
                </a:solidFill>
                <a:latin typeface="Consolas"/>
              </a:rPr>
              <a:t>GROUP BY to get monthly totals, THEN window function on those totals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Management needs each sale alongside category totals for comparison.
</a:t>
            </a:r>
            <a:r>
              <a:rPr sz="900">
                <a:solidFill>
                  <a:srgbClr val="C9D4E5"/>
                </a:solidFill>
                <a:latin typeface="Consolas"/>
              </a:rPr>
              <a:t>GROUP BY cannot do this (it collapses rows)</a:t>
            </a:r>
            <a:r>
              <a:rPr sz="1100">
                <a:solidFill>
                  <a:srgbClr val="C9D4E5"/>
                </a:solidFill>
                <a:latin typeface="MiSans"/>
              </a:rPr>
              <a:t>. Window function can:
</a:t>
            </a:r>
            <a:r>
              <a:rPr sz="900">
                <a:solidFill>
                  <a:srgbClr val="C9D4E5"/>
                </a:solidFill>
                <a:latin typeface="Consolas"/>
              </a:rPr>
              <a:t>SELECT product, revenue, category, SUM(revenue) OVER (PARTITION BY category) AS cat_total FROM sales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demonstrating when </a:t>
            </a:r>
            <a:r>
              <a:rPr sz="900">
                <a:solidFill>
                  <a:srgbClr val="C9D4E5"/>
                </a:solidFill>
                <a:latin typeface="Consolas"/>
              </a:rPr>
              <a:t>GROUP BY is better (just need totals) and when window is better (need row-level detail + totals)</a:t>
            </a:r>
            <a:r>
              <a:rPr sz="1100">
                <a:solidFill>
                  <a:srgbClr val="C9D4E5"/>
                </a:solidFill>
                <a:latin typeface="MiSans"/>
              </a:rPr>
              <a:t>. Show both outputs for the same business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SQL-C029: GROUP BY vs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