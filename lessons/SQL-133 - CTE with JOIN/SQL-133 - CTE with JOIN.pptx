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CTE with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sales_summary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product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p.target_price,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ss.total AS actual_revenue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sales_summary ss ON p.product_name = ss.product;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SQL-133: CTE with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CTE with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CTE with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CTE with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SQL-133: CTE with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CTE with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sales_summary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product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p.target_price,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ss.total AS actual_revenue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sales_summary ss ON p.product_name = ss.product;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SQL-133: CTE with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CTE with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CTE with JOIN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sales_summary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product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p.target_price,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ss.total AS actual_revenue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 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sales_summary ss ON p.product_name = ss.product;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target_price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actual_revenue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4000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7500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SQL-133: CTE with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SQL-133: CTE with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CTE with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SQL-133: CTE with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that aggregates sales by product, then </a:t>
            </a:r>
            <a:r>
              <a:rPr sz="900">
                <a:solidFill>
                  <a:srgbClr val="C9D4E5"/>
                </a:solidFill>
                <a:latin typeface="Consolas"/>
              </a:rPr>
              <a:t>JOIN the CTE result with the products table: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WITH sales_summary AS (SELECT product, SUM(revenue) AS total FROM sales GROUP BY product)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p</a:t>
            </a:r>
            <a:r>
              <a:rPr sz="1100">
                <a:solidFill>
                  <a:srgbClr val="C9D4E5"/>
                </a:solidFill>
                <a:latin typeface="MiSans"/>
              </a:rPr>
              <a:t>.product_name, p.target_price, ss.total </a:t>
            </a:r>
            <a:r>
              <a:rPr sz="900">
                <a:solidFill>
                  <a:srgbClr val="C9D4E5"/>
                </a:solidFill>
                <a:latin typeface="Consolas"/>
              </a:rPr>
              <a:t>FROM products p JOIN sales_summary ss ON p</a:t>
            </a:r>
            <a:r>
              <a:rPr sz="1100">
                <a:solidFill>
                  <a:srgbClr val="C9D4E5"/>
                </a:solidFill>
                <a:latin typeface="MiSans"/>
              </a:rPr>
              <a:t>.product_name = ss.product.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to calculate profit per product (revenue - cost), then </a:t>
            </a:r>
            <a:r>
              <a:rPr sz="900">
                <a:solidFill>
                  <a:srgbClr val="C9D4E5"/>
                </a:solidFill>
                <a:latin typeface="Consolas"/>
              </a:rPr>
              <a:t>JOIN with products to show target vs actual: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WITH profit_cte AS (SELECT product, SUM(revenue - cost) AS profit FROM sales GROUP BY product)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</a:t>
            </a:r>
            <a:r>
              <a:rPr sz="1100">
                <a:solidFill>
                  <a:srgbClr val="C9D4E5"/>
                </a:solidFill>
                <a:latin typeface="MiSans"/>
              </a:rPr>
              <a:t>... </a:t>
            </a:r>
            <a:r>
              <a:rPr sz="900">
                <a:solidFill>
                  <a:srgbClr val="C9D4E5"/>
                </a:solidFill>
                <a:latin typeface="Consolas"/>
              </a:rPr>
              <a:t>JOIN products ON product_name = product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analytics team wants to compare actual revenue to target price:
CTE: aggregate actual revenue per product.
</a:t>
            </a:r>
            <a:r>
              <a:rPr sz="900">
                <a:solidFill>
                  <a:srgbClr val="C9D4E5"/>
                </a:solidFill>
                <a:latin typeface="Consolas"/>
              </a:rPr>
              <a:t>JOIN: compare with products</a:t>
            </a:r>
            <a:r>
              <a:rPr sz="1100">
                <a:solidFill>
                  <a:srgbClr val="C9D4E5"/>
                </a:solidFill>
                <a:latin typeface="MiSans"/>
              </a:rPr>
              <a:t>.target_price.
Show product name, target, actual, and variance (actual - target).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with a </a:t>
            </a:r>
            <a:r>
              <a:rPr sz="900">
                <a:solidFill>
                  <a:srgbClr val="C9D4E5"/>
                </a:solidFill>
                <a:latin typeface="Consolas"/>
              </a:rPr>
              <a:t>JOIN: first CTE finds top-performing products (revenue above category average), then join back to products to get full product details</a:t>
            </a:r>
            <a:r>
              <a:rPr sz="1100">
                <a:solidFill>
                  <a:srgbClr val="C9D4E5"/>
                </a:solidFill>
                <a:latin typeface="MiSans"/>
              </a:rPr>
              <a:t>. Display: product_name, category, actual revenue, and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SQL-133: CTE with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