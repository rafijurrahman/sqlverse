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UNION with Different Tables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UNION with Different Tables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with Different Tables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warehouses_dhaka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warehouses_ctg;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UNION with Different Tables?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with Different Tables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UNION with Different Tables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UNION with Different Tables when querying datasets that require UNION with Different Tables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UNION with Different Tables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UNION with Different Tables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UNION with Different Tables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warehouses_dhaka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warehouses_ctg;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tracking_no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WH-D001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WH-D002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WH-D003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UNION with Different Tables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Different tables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warehouses_dhaka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weight_kg,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arrival_date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warehouses_ctg;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tracking_no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weight_kg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WH-D001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3.2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WH-D002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1.8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WH-D003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4.5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UNION with Different Tables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combining warehouses_dhaka and warehouses_ctg: </a:t>
            </a:r>
            <a:r>
              <a:rPr sz="900">
                <a:solidFill>
                  <a:srgbClr val="C9D4E5"/>
                </a:solidFill>
                <a:latin typeface="Consolas"/>
              </a:rPr>
              <a:t>SELECT tracking_no, city, weight_kg, arrival_date FROM warehouses_dhaka UNION ALL SELECT tracking_no, city, weight_kg, arrival_date FROM warehouses_ctg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to create a combined warehouse inventory report from both warehouses. Include city, tracking_no, and arrival_date. Sort by arrival_date.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warehouse manager needs consolidated inventory from both Dhaka and Chittagong warehouses. Write a UNION ALL combining both tables with a city label. Calculate total weight from all warehouses using a subquery.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combining domestic_shipments, international_shipments, and warehouses_dhaka into a single report. Select common columns: tracking number (or tracking_no), weight_kg, and source label. Show total count and weight by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SQL-117: UNION with Different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