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UPDATE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UPDATE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UPDATE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UPDATE students SET enrollment_status = 'Active'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SQL-086: UPDATE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UPDATE?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UPDATE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UPDATE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UPDATE when querying datasets that require UPDATE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UPDATE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UPDATE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SQL-086: UPDATE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UPDATE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UPDATE students SET enrollment_status = 'Active'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SQL-086: UPDATE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UPDATE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Update student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UPDATE students SET enrollment_status = 'Active'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SQL-086: UPDATE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SQL-086: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UPDATE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SQL-086: UPDATE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</a:t>
            </a:r>
            <a:r>
              <a:rPr sz="900">
                <a:solidFill>
                  <a:srgbClr val="C9D4E5"/>
                </a:solidFill>
                <a:latin typeface="Consolas"/>
              </a:rPr>
              <a:t>UPDATE statement to change student_id 3's enrollment_status from 'Inactive' to 'Active'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</a:t>
            </a:r>
            <a:r>
              <a:rPr sz="900">
                <a:solidFill>
                  <a:srgbClr val="C9D4E5"/>
                </a:solidFill>
                <a:latin typeface="Consolas"/>
              </a:rPr>
              <a:t>UPDATE to set gpa = 3</a:t>
            </a:r>
            <a:r>
              <a:rPr sz="1100">
                <a:solidFill>
                  <a:srgbClr val="C9D4E5"/>
                </a:solidFill>
                <a:latin typeface="MiSans"/>
              </a:rPr>
              <a:t>.50 for all students where gpa IS NULL AND enrollment_status = 'Active'.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End of semester: Update grades for enrollments. Set grade = 'A' for enrollment_id = 3 (Fatema's CS101). Then update grade = 'B' for any enrollment where grade IS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</a:t>
            </a:r>
            <a:r>
              <a:rPr sz="900">
                <a:solidFill>
                  <a:srgbClr val="C9D4E5"/>
                </a:solidFill>
                <a:latin typeface="Consolas"/>
              </a:rPr>
              <a:t>UPDATE to increase GPA by 0</a:t>
            </a:r>
            <a:r>
              <a:rPr sz="1100">
                <a:solidFill>
                  <a:srgbClr val="C9D4E5"/>
                </a:solidFill>
                <a:latin typeface="MiSans"/>
              </a:rPr>
              <a:t>.10 for all Active students with GPA below 3.50, but ensure the result doesn't exceed 4.00: </a:t>
            </a:r>
            <a:r>
              <a:rPr sz="900">
                <a:solidFill>
                  <a:srgbClr val="C9D4E5"/>
                </a:solidFill>
                <a:latin typeface="Consolas"/>
              </a:rPr>
              <a:t>UPDATE students SET gpa = LEAST(gpa + 0</a:t>
            </a:r>
            <a:r>
              <a:rPr sz="1100">
                <a:solidFill>
                  <a:srgbClr val="C9D4E5"/>
                </a:solidFill>
                <a:latin typeface="MiSans"/>
              </a:rPr>
              <a:t>.10, 4.00) </a:t>
            </a:r>
            <a:r>
              <a:rPr sz="900">
                <a:solidFill>
                  <a:srgbClr val="C9D4E5"/>
                </a:solidFill>
                <a:latin typeface="Consolas"/>
              </a:rPr>
              <a:t>WHERE enrollment_status = 'Active' AND gpa &lt; 3</a:t>
            </a:r>
            <a:r>
              <a:rPr sz="1100">
                <a:solidFill>
                  <a:srgbClr val="C9D4E5"/>
                </a:solidFill>
                <a:latin typeface="MiSans"/>
              </a:rPr>
              <a:t>.50.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SQL-086: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