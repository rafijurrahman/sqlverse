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CHECK Constraint in Real Projects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0.0 OR gpa &gt; 4.0;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What is CHECK Constraint in Real Projects?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CHECK Constraint in Real Projects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CHECK Constraint in Real Projects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How Does CHECK Constraint in Real Projects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0.0 OR gpa &gt; 4.0;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CHECK Constraint in Real Projects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DEFAULT best practices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gpa &lt; 0.0 OR gpa &gt; 4.0;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CHECK Constraint in Real Projects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the CHECK constraint in the students table for GPA and write a query to find any invalid values.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exam_scores with CHECK constraints to ensure score is between 0 and 100, and grade is in a valid list ('A', 'B', 'C', 'F').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university wants to ensure student emails end with '@uni.edu'. 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with a CHECK constraint for this rule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audit all existing rows in the students table to find any gender values that would violate the CHECK constraint (gender IN ('Male', 'Female', 'Other')).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SQL-186: CHECK Constraint in Real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