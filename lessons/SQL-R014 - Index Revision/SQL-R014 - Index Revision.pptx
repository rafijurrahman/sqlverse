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SQL-R014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Index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Index.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Index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idx_customer_id ON orders(customer_id);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idx_order_date ON orders(order_date);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UNIQUE INDEX idx_email ON orders(email);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SHOW INDEX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Index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Index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Index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Index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Index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idx_customer_id ON orders(customer_id);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idx_order_date ON orders(order_date);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UNIQUE INDEX idx_email ON orders(email);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SHOW INDEX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Index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Index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idx_customer_id ON orders(customer_id);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idx_order_date ON orders(order_date);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UNIQUE INDEX idx_email ON orders(email);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SHOW INDEX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four index operations:
(A)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on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on order_date</a:t>
            </a:r>
            <a:r>
              <a:rPr sz="1100">
                <a:solidFill>
                  <a:srgbClr val="C9D4E5"/>
                </a:solidFill>
                <a:latin typeface="MiSans"/>
              </a:rPr>
              <a:t>.
(C) </a:t>
            </a:r>
            <a:r>
              <a:rPr sz="900">
                <a:solidFill>
                  <a:srgbClr val="C9D4E5"/>
                </a:solidFill>
                <a:latin typeface="Consolas"/>
              </a:rPr>
              <a:t>CREATE UNIQUE INDEX on email</a:t>
            </a:r>
            <a:r>
              <a:rPr sz="1100">
                <a:solidFill>
                  <a:srgbClr val="C9D4E5"/>
                </a:solidFill>
                <a:latin typeface="MiSans"/>
              </a:rPr>
              <a:t>.
(D) SHOW INDEX </a:t>
            </a:r>
            <a:r>
              <a:rPr sz="900">
                <a:solidFill>
                  <a:srgbClr val="C9D4E5"/>
                </a:solidFill>
                <a:latin typeface="Consolas"/>
              </a:rPr>
              <a:t>FROM orders to verify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composite index for the most common business 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status = 'Completed' AND order_date BETWEEN X AND Y</a:t>
            </a:r>
            <a:r>
              <a:rPr sz="1100">
                <a:solidFill>
                  <a:srgbClr val="C9D4E5"/>
                </a:solidFill>
                <a:latin typeface="MiSans"/>
              </a:rPr>
              <a:t>.
Then EXPLAIN the query to verify index usage.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Index audit: which columns are most filtered in </a:t>
            </a:r>
            <a:r>
              <a:rPr sz="900">
                <a:solidFill>
                  <a:srgbClr val="C9D4E5"/>
                </a:solidFill>
                <a:latin typeface="Consolas"/>
              </a:rPr>
              <a:t>WHERE clauses? Create indexes for: customer_id, status, order_date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three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statements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a query using all three.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full index review: (1) List all queries that filter orders. (2) Create optimal indexes. (3) Identify which indexes might be redundant. (4) DROP redundant indexes. Write all statements.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SQL-R014: Index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