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SQL-009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NOT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Exclude rows matching a specific condition.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NOT is a negation operator that reverses the truth value of a query filter condition.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NOT category = 'Electronics';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SQL-009: NOT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NOT?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NOT is a negation operator that reverses the truth value of a query filter condition.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is much easier to specify what to exclude than listing every single allowed value.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NOT to exclude inactive records, zero stock items, or specific exception groups.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NOT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NOT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SQL-009: NOT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NOT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NOT category = 'Electronics';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SQL-009: NOT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NOT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Exclude products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NOT category = 'Electronics';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Study Table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SQL-009: NOT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SQL-009: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NOT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SQL-009: NOT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products that are NOT in the 'Electronics'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products where the brand is NOT 'Walton'.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store wants to view all non-furniture items with stock greater than 50. Write a query using NOT to exclude the 'Furniture' category, and add the stock condition.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products that are NOT from 'Navana' and NOT in the 'Stationery' category, with a price above 500.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SQL-009: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