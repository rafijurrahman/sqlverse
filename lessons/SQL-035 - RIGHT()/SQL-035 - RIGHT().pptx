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SQL-035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RIGHT()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RIGHT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RIGHT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RIGHT(employee_code, 3) AS "Seq Number"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employees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SQL-035: RIGHT()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RIGHT()?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RIGHT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RIGHT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RIGHT when querying datasets that require RIGHT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RIGHT()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RIGHT()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SQL-035: RIGHT()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RIGHT()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employee_code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Hossain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RIGHT(employee_code, 3) AS "Seq Number"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SQL-035: RIGHT()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RIGHT()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Right characters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RIGHT(employee_code, 3) AS "Seq Number"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SQL-035: RIGHT()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SQL-035: RIGHT()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RIGHT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SQL-035: RIGHT()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extract the last 3 characters of employee_code using RIGHT(employee_code, 3). Label it "Seq Number".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extract the domain from email: RIGHT(email, LENGTH(email) - LOCATE('@', email)). Label it "Email Domain". Display employee_id and domain.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payroll system identifies employees by the last 4 digits of their phone number. Write a query to display employee_id, first_name, and RIGHT(phone, 4) as "Last 4 Digits".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extract the numeric suffix from employee_code using RIGHT(employee_code, 3) and cast it to an integer to find employees with a sequence number greater than 5: CAST(RIGHT(employee_code, 3) AS UNSIGNED) &gt; 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SQL-035: RIGHT()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