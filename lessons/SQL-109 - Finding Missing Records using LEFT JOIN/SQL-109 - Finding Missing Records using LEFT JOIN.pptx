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Finding Missing Records using LEFT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o.order_id IS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Finding Missing Records using LEFT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Finding Missing Records using LEFT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Finding Missing Records using LEFT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Finding Missing Records using LEFT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o.order_id IS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Finding Missing Records using LEFT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Missing orders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o.order_id IS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Milon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Ahmed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Finding Missing Records using LEFT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then 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.order_id IS NULL to find customers who never ordered.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IS NULL to find products that have never appeared in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 </a:t>
            </a:r>
            <a:r>
              <a:rPr sz="900">
                <a:solidFill>
                  <a:srgbClr val="C9D4E5"/>
                </a:solidFill>
                <a:latin typeface="Consolas"/>
              </a:rPr>
              <a:t>JOIN products → order_items WHERE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.product_id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needs to re-engage dormant customers (those with no orders). 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find customers without orders</a:t>
            </a:r>
            <a:r>
              <a:rPr sz="1100">
                <a:solidFill>
                  <a:srgbClr val="C9D4E5"/>
                </a:solidFill>
                <a:latin typeface="MiSans"/>
              </a:rPr>
              <a:t>. Display their name, email, city, and joined_date.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NOT IN as an alternative to find customers with no orders: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WHERE customer_id NOT IN (SELECT customer_id FROM orders WHERE customer_id IS NOT NULL)</a:t>
            </a:r>
            <a:r>
              <a:rPr sz="1100">
                <a:solidFill>
                  <a:srgbClr val="C9D4E5"/>
                </a:solidFill>
                <a:latin typeface="MiSans"/>
              </a:rPr>
              <a:t>. Compare with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approach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SQL-109: Finding Missing Records using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