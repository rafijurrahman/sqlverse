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SQL-C019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LEFT JOIN vs NOT EXISTS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LEFT JOIN and NOT EXISTS.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LEFT JOIN and NOT EXISTS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NOT EXISTS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SQL-C019: LEFT JOIN vs NOT EXISTS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LEFT JOIN vs NOT EXISTS?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LEFT JOIN and NOT EXISTS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LEFT JOIN vs NOT EXISTS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LEFT JOIN vs NOT EXISTS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SQL-C019: LEFT JOIN vs NOT EXISTS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LEFT JOIN vs NOT EXISTS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SQL-C019: LEFT JOIN vs NOT EXISTS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LEFT JOIN vs NOT EXISTS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LEFT JOIN vs NOT EXISTS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SQL-C019: LEFT JOIN vs NOT EXISTS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SQL-C019: LEFT JOIN vs NOT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LEFT JOIN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NOT EXISTS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SQL-C019: LEFT JOIN vs NOT EXISTS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two equivalent queries to find customers without orders:
(A)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WHERE order_id IS NULL</a:t>
            </a:r>
            <a:r>
              <a:rPr sz="1100">
                <a:solidFill>
                  <a:srgbClr val="C9D4E5"/>
                </a:solidFill>
                <a:latin typeface="MiSans"/>
              </a:rPr>
              <a:t>.
(B) </a:t>
            </a:r>
            <a:r>
              <a:rPr sz="900">
                <a:solidFill>
                  <a:srgbClr val="C9D4E5"/>
                </a:solidFill>
                <a:latin typeface="Consolas"/>
              </a:rPr>
              <a:t>WHERE NOT EXISTS (SELECT 1 FROM orders WHERE orders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 = customers.customer_id).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Compare performance concept: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scans and returns NULL for non-matches</a:t>
            </a:r>
            <a:r>
              <a:rPr sz="1100">
                <a:solidFill>
                  <a:srgbClr val="C9D4E5"/>
                </a:solidFill>
                <a:latin typeface="MiSans"/>
              </a:rPr>
              <a:t>. NOT EXISTS stops at first match. Write both queries and compare the structure.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Find customers who have never placed a Completed order:
(A) Using LEFT </a:t>
            </a:r>
            <a:r>
              <a:rPr sz="900">
                <a:solidFill>
                  <a:srgbClr val="C9D4E5"/>
                </a:solidFill>
                <a:latin typeface="Consolas"/>
              </a:rPr>
              <a:t>JOIN: JOIN orders ON </a:t>
            </a:r>
            <a:r>
              <a:rPr sz="1100">
                <a:solidFill>
                  <a:srgbClr val="C9D4E5"/>
                </a:solidFill>
                <a:latin typeface="MiSans"/>
              </a:rPr>
              <a:t>... </a:t>
            </a:r>
            <a:r>
              <a:rPr sz="900">
                <a:solidFill>
                  <a:srgbClr val="C9D4E5"/>
                </a:solidFill>
                <a:latin typeface="Consolas"/>
              </a:rPr>
              <a:t>WHERE status = 'Completed' IS NULL</a:t>
            </a:r>
            <a:r>
              <a:rPr sz="1100">
                <a:solidFill>
                  <a:srgbClr val="C9D4E5"/>
                </a:solidFill>
                <a:latin typeface="MiSans"/>
              </a:rPr>
              <a:t>.
(B) Using NOT EXISTS: NOT EXISTS (</a:t>
            </a:r>
            <a:r>
              <a:rPr sz="900">
                <a:solidFill>
                  <a:srgbClr val="C9D4E5"/>
                </a:solidFill>
                <a:latin typeface="Consolas"/>
              </a:rPr>
              <a:t>SELECT 1 FROM orders WHERE customer_id = c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 AND status = 'Completed').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both approaches for finding products never ordered: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products → order_items and NOT EXISTS version</a:t>
            </a:r>
            <a:r>
              <a:rPr sz="1100">
                <a:solidFill>
                  <a:srgbClr val="C9D4E5"/>
                </a:solidFill>
                <a:latin typeface="MiSans"/>
              </a:rPr>
              <a:t>. Verify both return the same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SQL-C019: LEFT JOIN vs NOT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