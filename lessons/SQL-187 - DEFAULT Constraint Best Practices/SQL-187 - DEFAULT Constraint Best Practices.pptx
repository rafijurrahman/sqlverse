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DEFAULT Constraint Best Practices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(student_code, first_name, last_name, email, date_of_birth, gender)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VALUES ('STD-005', 'Abir', 'Rahman', 'abir@uni.edu', '2001-05-10', 'Male');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DEFAULT Constraint Best Practices?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DEFAULT Constraint Best Practices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DEFAULT Constraint Best Practices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DEFAULT Constraint Best Practices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(student_code, first_name, last_name, email, date_of_birth, gender)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VALUES ('STD-005', 'Abir', 'Rahman', 'abir@uni.edu', '2001-05-10', 'Male');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DEFAULT Constraint Best Practices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NOT NULL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(student_code, first_name, last_name, email, date_of_birth, gender)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VALUES ('STD-005', 'Abir', 'Rahman', 'abir@uni.edu', '2001-05-10', 'Male');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DEFAULT Constraint Best Practices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Insert a new student specifying only the required columns and show that the default status 'Active' is automatically applied.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table library_loans where the loan_date defaults to CURRENT_DATE and return_status defaults to 'Borrowed'.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registrar needs a report of students who are currently using the default 'Active' status. Write the 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in a SQL comment how default constraints help reduce code redundancy in application-level queries during </a:t>
            </a:r>
            <a:r>
              <a:rPr sz="900">
                <a:solidFill>
                  <a:srgbClr val="C9D4E5"/>
                </a:solidFill>
                <a:latin typeface="Consolas"/>
              </a:rPr>
              <a:t>INSERT operations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SQL-187: DEFAULT Constraint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