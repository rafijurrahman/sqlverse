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FOREIGN KEY Best Practices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e.enrollment_id,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e.semester,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e.grade,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students s ON e.student_id = s.student_id;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FOREIGN KEY Best Practices?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FOREIGN KEY Best Practices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FOREIGN KEY Best Practices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FOREIGN KEY Best Practices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e.enrollment_id,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e.semester,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e.grade,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students s ON e.student_id = s.student_id;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enrollment_id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FOREIGN KEY Best Practices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Composite primary key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e.enrollment_id,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e.semester,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e.grade,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s.last_name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students s ON e.student_id = s.student_id;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enrollment_id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semester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grade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Spring 2024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Spring 2024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B+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Spring 2024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FOREIGN KEY Best Practices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retrieves all enrollments and displays the student's name, demonstrating the foreign key relationship.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student_contacts with a foreign key referencing the students table, including ON </a:t>
            </a:r>
            <a:r>
              <a:rPr sz="900">
                <a:solidFill>
                  <a:srgbClr val="C9D4E5"/>
                </a:solidFill>
                <a:latin typeface="Consolas"/>
              </a:rPr>
              <a:t>DELETE CASCADE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the business impact of a foreign key constraint when trying to insert an enrollment with a non-existent student_id.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check for any orphaned enrollment records that do not map to any student, showing how foreign keys maintain referential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SQL-183: FOREIGN KEY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