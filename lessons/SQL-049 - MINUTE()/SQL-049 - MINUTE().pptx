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MINUTE()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MINUTE(appointment_time) AS "Appointment Minute"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MINUTE()?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MINUTE()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MINUTE()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MINUTE()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MINUTE(appointment_time) AS "Appointment Minute"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MINUTE()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Appointment minute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MINUTE(appointment_time) AS "Appointment Minute"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MINUTE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minute from appointment_time: MINUTE(appointment_time). Label it "Appointment Minute".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appointments that start exactly on the hour (MINUTE(appointment_time) = 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clinic books appointments at 00 or 30 minutes. Write a query to find any appointments that were not booked at the standard times: MINUTE(appointment_time) NOT IN (0, 15, 30, 45).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patient_name, HOUR(appointment_time) as "Hour", MINUTE(appointment_time) as "Minute", and SECOND(appointment_time) as "Second". Sort by hour, then minute.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SQL-049: MINUTE()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