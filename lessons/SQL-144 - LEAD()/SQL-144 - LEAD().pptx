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SQL-144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LEAD()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LEAD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LEAD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LEAD(revenue) OVER (ORDER BY sale_date) AS next_revenue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SQL-144: LEAD()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LEAD()?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LEAD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LEAD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LEAD when querying datasets that require LEAD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LEAD()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LEAD()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SQL-144: LEAD()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LEAD()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LEAD(revenue) OVER (ORDER BY sale_date) AS next_revenue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SQL-144: LEAD()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LEAD()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LEAD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LEAD(revenue) OVER (ORDER BY sale_date) AS next_revenue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SQL-144: LEAD()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SQL-144: LEAD()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LEAD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SQL-144: LEAD()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LEAD() to show the next sale's revenue:
</a:t>
            </a:r>
            <a:r>
              <a:rPr sz="900">
                <a:solidFill>
                  <a:srgbClr val="C9D4E5"/>
                </a:solidFill>
                <a:latin typeface="Consolas"/>
              </a:rPr>
              <a:t>SELECT sale_date, product, revenue, LEAD(revenue) OVER (ORDER BY sale_date) AS next_revenue FROM sales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difference between current and next revenue:
revenue - LEAD(revenue)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revenue_change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analyst wants to compare each day's revenue with the following day's revenue to predict trends.
Display: sale_date, product, revenue, LEAD(revenue)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"Next Sale Revenue", and the difference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LEAD with PARTITION BY region to show the next sale within the same region:
LEAD(revenue) OVER (PARTITION BY region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next_in_region</a:t>
            </a:r>
            <a:r>
              <a:rPr sz="1100">
                <a:solidFill>
                  <a:srgbClr val="C9D4E5"/>
                </a:solidFill>
                <a:latin typeface="MiSans"/>
              </a:rPr>
              <a:t>.
Display region, sale_date, revenue, and next_in_region. Sort by region, sale_date.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SQL-144: LEAD()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