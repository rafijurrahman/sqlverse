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74" autoAdjust="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SQL-005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DISTINCT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9D4E5"/>
                </a:solidFill>
                <a:latin typeface="MiSans"/>
              </a:rPr>
              <a:t>Eliminate duplicate rows from query results.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DISTINCT is a keyword that filters out duplicate records from your query results.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 DISTINCT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brand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SQL-005: DISTINCT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DISTINCT?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DISTINCT is a keyword that filters out duplicate records from your query results.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Databases often contain repeated values. DISTINCT helps isolate unique listings, such as active countries.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DISTINCT when you need to count unique items or list unique categories in reports.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DISTINCT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DISTINCT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SQL-005: DISTINCT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DISTINCT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1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068155"/>
              </p:ext>
            </p:extLst>
          </p:nvPr>
        </p:nvGraphicFramePr>
        <p:xfrm>
          <a:off x="452502" y="1865442"/>
          <a:ext cx="2645408" cy="2840604"/>
        </p:xfrm>
        <a:graphic>
          <a:graphicData uri="http://schemas.openxmlformats.org/drawingml/2006/table">
            <a:tbl>
              <a:tblPr/>
              <a:tblGrid>
                <a:gridCol w="33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31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  <a:endParaRPr sz="600" b="1" dirty="0">
                        <a:solidFill>
                          <a:srgbClr val="FFFFFF"/>
                        </a:solidFill>
                        <a:latin typeface="MiSans"/>
                      </a:endParaRP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dirty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0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Gaming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0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3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 DISTINCT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brand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257892"/>
              </p:ext>
            </p:extLst>
          </p:nvPr>
        </p:nvGraphicFramePr>
        <p:xfrm>
          <a:off x="4709160" y="3703320"/>
          <a:ext cx="3303270" cy="1368552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-1318912" y="4775336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8AA0BF"/>
                </a:solidFill>
                <a:latin typeface="MiSans"/>
              </a:rPr>
              <a:t>SQL MASTER  ·  SQL-005: DISTINCT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DISTINCT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Unique brands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 DISTINCT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brand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1901952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SQL-005: DISTINCT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DISTINCT to hide duplicates caused by bad JOINs.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Applying DISTINCT on a primary key column (unnecessary).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distinct values without indexing the fields.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Applying DISTINCT across all columns indiscriminately.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DISTINCT with aggregate functions incorrectly.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distinct outputs without clear ORDER BY.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Fix the underlying query logic instead of using DISTINCT.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Only use DISTINCT when listing unique categories.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Optimize unique value sorting by indexing keys.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DISTINCT directly after the SELECT keyword.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Combine DISTINCT with COUNT() for unique counts.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unique value lookup logic in code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SQL-005: DISTINCT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DISTINCT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SQL-005: DISTINCT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unique brand names from the products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unique combinations of brand and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procurement manager wants to know how many different product categories are stocked in the store. Write a query to list all unique categories.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unique brands that sell Electronics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SQL-005: DISTINCT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530</Words>
  <Application>Microsoft Office PowerPoint</Application>
  <PresentationFormat>On-screen Show (16:9)</PresentationFormat>
  <Paragraphs>164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Inter</vt:lpstr>
      <vt:lpstr>MiSans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5</cp:revision>
  <dcterms:created xsi:type="dcterms:W3CDTF">2026-07-08T08:16:46Z</dcterms:created>
  <dcterms:modified xsi:type="dcterms:W3CDTF">2026-07-09T17:41:41Z</dcterms:modified>
</cp:coreProperties>
</file>