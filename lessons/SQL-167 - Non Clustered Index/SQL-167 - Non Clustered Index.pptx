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SQL-167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Non Clustered Index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INDEX idx_status ON orders(status);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status = 'Completed';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orders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SQL-167: Non Clustered Index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Non Clustered Index?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Non Clustered Index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Non Clustered Index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SQL-167: Non Clustered Index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Non Clustered Index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status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2024-02-01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Shipped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INDEX idx_status ON orders(status);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status = 'Completed';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SQL-167: Non Clustered Index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Non Clustered Index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Non clustered index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INDEX idx_status ON orders(status);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status = 'Completed';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SQL-167: Non Clustered Index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SQL-167: Non Clustered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Non Clustered Index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SQL-167: Non Clustered Index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</a:t>
            </a:r>
            <a:r>
              <a:rPr sz="900">
                <a:solidFill>
                  <a:srgbClr val="C9D4E5"/>
                </a:solidFill>
                <a:latin typeface="Consolas"/>
              </a:rPr>
              <a:t>CREATE INDEX idx_status ON orders(status) -- this creates a non-clustered index</a:t>
            </a:r>
            <a:r>
              <a:rPr sz="1100">
                <a:solidFill>
                  <a:srgbClr val="C9D4E5"/>
                </a:solidFill>
                <a:latin typeface="MiSans"/>
              </a:rPr>
              <a:t>. Then: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orders WHERE status = 'Completed'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</a:t>
            </a:r>
            <a:r>
              <a:rPr sz="900">
                <a:solidFill>
                  <a:srgbClr val="C9D4E5"/>
                </a:solidFill>
                <a:latin typeface="Consolas"/>
              </a:rPr>
              <a:t>CREATE INDEX idx_date ON orders(order_date)</a:t>
            </a:r>
            <a:r>
              <a:rPr sz="1100">
                <a:solidFill>
                  <a:srgbClr val="C9D4E5"/>
                </a:solidFill>
                <a:latin typeface="MiSans"/>
              </a:rPr>
              <a:t>. This non-clustered index helps date-range queries: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orders WHERE order_date BETWEEN '2024-01-01' AND '2024-03-31'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support team frequently searches by email. Write </a:t>
            </a:r>
            <a:r>
              <a:rPr sz="900">
                <a:solidFill>
                  <a:srgbClr val="C9D4E5"/>
                </a:solidFill>
                <a:latin typeface="Consolas"/>
              </a:rPr>
              <a:t>CREATE INDEX idx_email ON orders(email)</a:t>
            </a:r>
            <a:r>
              <a:rPr sz="1100">
                <a:solidFill>
                  <a:srgbClr val="C9D4E5"/>
                </a:solidFill>
                <a:latin typeface="MiSans"/>
              </a:rPr>
              <a:t>. Then: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orders WHERE email = 'r@shop</a:t>
            </a:r>
            <a:r>
              <a:rPr sz="1100">
                <a:solidFill>
                  <a:srgbClr val="C9D4E5"/>
                </a:solidFill>
                <a:latin typeface="MiSans"/>
              </a:rPr>
              <a:t>.com'. Explain how the non-clustered index helps.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multiple non-clustered indexes and discuss: </a:t>
            </a:r>
            <a:r>
              <a:rPr sz="900">
                <a:solidFill>
                  <a:srgbClr val="C9D4E5"/>
                </a:solidFill>
                <a:latin typeface="Consolas"/>
              </a:rPr>
              <a:t>CREATE INDEX idx_status, idx_date, idx_customer</a:t>
            </a:r>
            <a:r>
              <a:rPr sz="1100">
                <a:solidFill>
                  <a:srgbClr val="C9D4E5"/>
                </a:solidFill>
                <a:latin typeface="MiSans"/>
              </a:rPr>
              <a:t>. Then write a query using all three columns. Explain that MySQL picks the most selective index.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SQL-167: Non Clustered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