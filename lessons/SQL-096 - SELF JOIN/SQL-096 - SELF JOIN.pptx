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SQL-096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SELF JOIN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Filter rows matching values inside a set list.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e.first_name AS employee_name,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m.first_name AS manager_name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 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employees m ON e.manager_id = m.employee_id;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employees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SQL-096: SELF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SELF JOIN?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IN is a comparison operator that checks if a column value matches any element in a list.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It replaces multiple OR conditions, keeping the SQL clean, readable, and highly maintainable.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IN when comparing a column to a set list of states, categories, or IDs.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SELF JOIN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SELF JOIN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SQL-096: SELF JOIN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SELF JOIN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employee_id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job_title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Hossain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CEO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Head of HR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Senior Developer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e.first_name AS employee_name,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m.first_name AS manager_name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 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employees m ON e.manager_id = m.employee_id;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employee_name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Nasrin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SQL-096: SELF JOIN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SELF JOIN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Employee manager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e.first_name AS employee_name,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m.first_name AS manager_name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employees 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INNER JOIN employees m ON e.manager_id = m.employee_id;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employee_name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manager_name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Arif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Nasrin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Sultana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SQL-096: SELF JOIN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SQL-096: SELF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SELF JOIN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SQL-096: SELF JOIN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SELF </a:t>
            </a:r>
            <a:r>
              <a:rPr sz="900">
                <a:solidFill>
                  <a:srgbClr val="C9D4E5"/>
                </a:solidFill>
                <a:latin typeface="Consolas"/>
              </a:rPr>
              <a:t>JOIN on the employees table to pair each employee with their manager: JOIN employees AS manager ON employee</a:t>
            </a:r>
            <a:r>
              <a:rPr sz="1100">
                <a:solidFill>
                  <a:srgbClr val="C9D4E5"/>
                </a:solidFill>
                <a:latin typeface="MiSans"/>
              </a:rPr>
              <a:t>.manager_id = manager.employee_id. Display employee first_name and manager first_name.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SELF </a:t>
            </a:r>
            <a:r>
              <a:rPr sz="900">
                <a:solidFill>
                  <a:srgbClr val="C9D4E5"/>
                </a:solidFill>
                <a:latin typeface="Consolas"/>
              </a:rPr>
              <a:t>JOIN to display employee name, job_title, and their manager's name and job_title side by side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HR wants an org chart report. Write a SELF </a:t>
            </a:r>
            <a:r>
              <a:rPr sz="900">
                <a:solidFill>
                  <a:srgbClr val="C9D4E5"/>
                </a:solidFill>
                <a:latin typeface="Consolas"/>
              </a:rPr>
              <a:t>JOIN to show each employee's name, department, salary, and their direct manager's name</a:t>
            </a:r>
            <a:r>
              <a:rPr sz="1100">
                <a:solidFill>
                  <a:srgbClr val="C9D4E5"/>
                </a:solidFill>
                <a:latin typeface="MiSans"/>
              </a:rPr>
              <a:t>. Include employees without managers (CEO) using LEFT </a:t>
            </a:r>
            <a:r>
              <a:rPr sz="900">
                <a:solidFill>
                  <a:srgbClr val="C9D4E5"/>
                </a:solidFill>
                <a:latin typeface="Consolas"/>
              </a:rPr>
              <a:t>JOIN.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a SELF </a:t>
            </a:r>
            <a:r>
              <a:rPr sz="900">
                <a:solidFill>
                  <a:srgbClr val="C9D4E5"/>
                </a:solidFill>
                <a:latin typeface="Consolas"/>
              </a:rPr>
              <a:t>JOIN to find all employees who earn more than their manager: employee</a:t>
            </a:r>
            <a:r>
              <a:rPr sz="1100">
                <a:solidFill>
                  <a:srgbClr val="C9D4E5"/>
                </a:solidFill>
                <a:latin typeface="MiSans"/>
              </a:rPr>
              <a:t>.salary &gt; manager.salary. Display employee name, salary, manager name, and manager salary.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SQL-096: SELF JOIN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