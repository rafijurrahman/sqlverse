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LEFT()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LEFT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LEFT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LEFT(first_name, 3) AS "Short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SQL-034: LEFT()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LEFT()?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LEFT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LEFT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LEFT when querying datasets that require LEFT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LEFT()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LEFT()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SQL-034: LEFT()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LEFT()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LEFT(first_name, 3) AS "Short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SQL-034: LEFT()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LEFT()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Left characters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LEFT(first_name, 3) AS "Short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SQL-034: LEFT()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SQL-034: LEFT()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LEFT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SQL-034: LEFT()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first 3 characters of first_name using LEFT(first_name, 3). Label it "Short Name".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first 3 characters of department to create a dept code: LEFT(department, 3). Display employee_id, department, and "Dept Code".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system needs abbreviated employee codes. Write a query to create a short code by combining LEFT(first_name, 2) and LEFT(last_name, 2) in uppercase: UPPER(CONCAT(LEFT(first_name, 2), LEFT(last_name, 2))). Label it "Short Code".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LEFT(employee_code, 3) as "Prefix" and verify all employees have the prefix 'EMP'. Display employee_id, employee_code, and the prefix. Filter where the prefix is NOT 'EMP' (should return no rows, confirming data integrity).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SQL-034: LEFT()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