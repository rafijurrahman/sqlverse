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UPPER()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UPPER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UPPER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UPPER(first_name)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SQL-028: UPPER()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UPPER()?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UPPER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UPPER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UPPER when querying datasets that require UPPER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UPPER()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UPPER()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SQL-028: UPPER()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UPPER()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UPPER(first_name)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UPPER(first_name)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SQL-028: UPPER()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UPPER()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Uppercase names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UPPER(first_name)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UPPER(first_name)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SQL-028: UPPER()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SQL-028: UPPER()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UPPER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SQL-028: UPPER()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all employee first_name values converted to uppercase using UPPER().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employee_id, UPPER(first_name) as "First Name", UPPER(last_name) as "Last Name", and department.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HR system requires all job titles to be stored in uppercase for the official directory. Write a query to display employee_id and UPPER(job_title) as "Official Title".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the full name in uppercase format: UPPER(CONCAT(first_name, ' ', last_name)) as "FULL NAME". Filter to show only employees in the 'IT' or 'Finance' department.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SQL-028: UPPER()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