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SQL-026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MOD()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MOD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MOD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MOD(quantity, box_size) AS "Leftover Units"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SQL-026: MOD()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MOD()?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MOD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MOD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MOD when querying datasets that require MOD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MOD()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MOD()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SQL-026: MOD()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MOD()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quantity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7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MOD(quantity, box_size) AS "Leftover Units"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Leftover Units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0.0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SQL-026: MOD()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MOD()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Remainder calculation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MOD(quantity, box_size) AS "Leftover Units"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Leftover Units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0.0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SQL-026: MOD()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SQL-026: MOD()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MOD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SQL-026: MOD()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MOD(quantity, box_size) for each item. This tells us how many leftover units remain after filling complete boxes. Label it "Leftover Units".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order items where there is NO remainder when quantity is divided by box_size (MOD = 0). These are perfectly packed orders.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warehouse team needs to know how many units are left over after packing products into boxes. Write a query to display product_name, quantity, box_size, and MOD(quantity, box_size) as "Remainder". Filter to show only items with a remainder greater than 0.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items where the order_id is even (MOD(order_id, 2) = 0). Display item_id, order_id, product_name, and quantity.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SQL-026: MOD()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