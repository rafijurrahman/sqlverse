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SQL-153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Cumulative Sum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Cumulative Sum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Cumulative Sum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(ORDER BY sale_date) AS cumulative_sum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SQL-153: Cumulative Sum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Cumulative Sum?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Cumulative Sum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Cumulative Sum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Cumulative Sum when querying datasets that require Cumulative Sum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Cumulative Sum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Cumulative Sum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SQL-153: Cumulative Sum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Cumulative Sum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(ORDER BY sale_date) AS cumulative_sum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SQL-153: Cumulative Sum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Cumulative Sum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Cumulative sum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(ORDER BY sale_date) AS cumulative_sum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SQL-153: Cumulative Sum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SQL-153: Cumulative Sum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Cumulative Sum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SQL-153: Cumulative Sum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for cumulative sum ordered by sale_date:
SUM(revenue)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cumulative_sum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cumulative sum per category:
SUM(revenue) OVER (PARTITION BY category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category_cumulative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financial dashboard tracks when cumulative revenue crosses key milestones (5000, 10000, 20000).
Write: SUM(revenue)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cumulative, and flag each milestone crossed</a:t>
            </a:r>
            <a:r>
              <a:rPr sz="1100">
                <a:solidFill>
                  <a:srgbClr val="C9D4E5"/>
                </a:solidFill>
                <a:latin typeface="MiSans"/>
              </a:rPr>
              <a:t>.
Use CASE: WHEN cumulative &gt;= 20000 THEN '20K+' WHEN cumulative &gt;= 10000 THEN '10K+' WHEN cumulative &gt;= 5000 THEN '5K+' ELSE 'Under 5K'.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cumulative sum of both revenue AND cost, then calculate cumulative profit:
SUM(revenue)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- SUM(cost) OVER (ORDER BY sale_date) AS cumulative_profit</a:t>
            </a:r>
            <a:r>
              <a:rPr sz="1100">
                <a:solidFill>
                  <a:srgbClr val="C9D4E5"/>
                </a:solidFill>
                <a:latin typeface="MiSans"/>
              </a:rPr>
              <a:t>.
Display date, revenue, cost, cumulative_profit.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SQL-153: Cumulative Sum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