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SQL-019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AVG()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AVG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AVG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AVG(unit_price)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order_items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SQL-019: AVG()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AVG()?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AVG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AVG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AVG when querying datasets that require AVG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AVG()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AVG()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SQL-019: AVG()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AVG()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AVG(unit_price)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AVG(unit_price)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2034.0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SQL-019: AVG()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AVG()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Average sales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AVG(unit_price)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AVG(unit_price)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2034.0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SQL-019: AVG()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SQL-019: AVG()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AVG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SQL-019: AVG()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the average unit_price across all order items.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the average unit_price per category using </a:t>
            </a:r>
            <a:r>
              <a:rPr sz="900">
                <a:solidFill>
                  <a:srgbClr val="C9D4E5"/>
                </a:solidFill>
                <a:latin typeface="Consolas"/>
              </a:rPr>
              <a:t>GROUP BY.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pricing team wants to know the average revenue per item sold in each category. Calculate AVG(quantity * unit_price) grouped by category.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categories where the average unit_price is above 500. Use </a:t>
            </a:r>
            <a:r>
              <a:rPr sz="900">
                <a:solidFill>
                  <a:srgbClr val="C9D4E5"/>
                </a:solidFill>
                <a:latin typeface="Consolas"/>
              </a:rPr>
              <a:t>GROUP BY and HAVING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SQL-019: AVG()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