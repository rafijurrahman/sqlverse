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SQL-R006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Conditional Expressions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Conditional Expressions.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Conditional Expressions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a.account_type,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a.balance,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CASE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   WHEN a.balance &gt;= 100000 THEN 'High'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   WHEN a.balance &gt;= 10000 THEN 'Medium'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   ELSE 'Low'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END AS balance_tier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accounts a ON c.customer_id = a.customer_id;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SQL-R006: Conditional Expressions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What is Conditional Expressions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Conditional Expressions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Conditional Expressions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Conditional Expressions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SQL-R006: Conditional Expressions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Conditional Expressions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rahim@bank.com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fatema@bank.com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a.account_type,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a.balance,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CASE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   WHEN a.balance &gt;= 100000 THEN 'High'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   WHEN a.balance &gt;= 10000 THEN 'Medium'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   ELSE 'Low'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END AS balance_tier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accounts a ON c.customer_id = a.customer_id;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SQL-R006: Conditional Expressions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Conditional Expressions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Conditional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a.account_type,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a.balance,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CASE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   WHEN a.balance &gt;= 100000 THEN 'High'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   WHEN a.balance &gt;= 10000 THEN 'Medium'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   ELSE 'Low'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END AS balance_tier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accounts a ON c.customer_id = a.customer_id;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SQL-R006: Conditional Expressions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SQL-R006: Conditional Expressions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SQL-R006: Conditional Expressions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joining accounts and customers to display:
- customer_id, first_name, last_name
- account_type, balance
- CASE balance tier: 'High' (&gt;=100000), 'Medium' (&gt;=10000), 'Low' (else)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show each account with:
- COALESCE(email, 'N/A') as "Email"
- IFNULL(phone, 'N/A') as "Phone"
- CASE status: 'Active' → 'Open', 'Frozen' → 'Locked', else → 'Closed'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compliance team needs a risk report. Join transactions with accounts. For each transaction, show:
- account_number, amount, transaction_type, risk_level
- CASE: High risk + Debit &gt; 50000 → 'CRITICAL ALERT', High risk → 'WARNING', else → 'OK'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CASE in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to sort transactions: CRITICAL first, WARNING second, OK last</a:t>
            </a:r>
            <a:r>
              <a:rPr sz="1100">
                <a:solidFill>
                  <a:srgbClr val="C9D4E5"/>
                </a:solidFill>
                <a:latin typeface="MiSans"/>
              </a:rPr>
              <a:t>. Use the CASE expression from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5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directly inside </a:t>
            </a:r>
            <a:r>
              <a:rPr sz="900">
                <a:solidFill>
                  <a:srgbClr val="C9D4E5"/>
                </a:solidFill>
                <a:latin typeface="Consolas"/>
              </a:rPr>
              <a:t>ORDER BY.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SQL-R006: Conditional Expressions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