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SQL-C035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PRIMARY KEY vs FOREIGN KEY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PRIMARY KEY and FOREIGN KEY.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PRIMARY KEY and FOREIGN KEY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FOREIGN KEY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SQL-C035: PRIMARY KEY vs FOREIGN KEY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PRIMARY KEY vs FOREIGN KEY?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PRIMARY KEY and FOREIGN KEY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PRIMARY KEY vs FOREIGN KEY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PRIMARY KEY vs FOREIGN KEY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SQL-C035: PRIMARY KEY vs FOREIGN KEY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PRIMARY KEY vs FOREIGN KEY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SQL-C035: PRIMARY KEY vs FOREIGN KEY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PRIMARY KEY vs FOREIGN KEY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PRIMARY KEY vs FOREIGN KEY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SQL-C035: PRIMARY KEY vs FOREIGN KEY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SQL-C035: PRIMARY KEY vs FOREIGN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PRIMARY KEY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FOREIGN KEY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SQL-C035: PRIMARY KEY vs FOREIGN KEY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queries to identify PKs and FKs:
(A) PK: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students WHERE student_id = 1 (unique, not null, clustered index)</a:t>
            </a:r>
            <a:r>
              <a:rPr sz="1100">
                <a:solidFill>
                  <a:srgbClr val="C9D4E5"/>
                </a:solidFill>
                <a:latin typeface="MiSans"/>
              </a:rPr>
              <a:t>.
(B) FK: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enrollments WHERE student_id = 1 (references students</a:t>
            </a:r>
            <a:r>
              <a:rPr sz="1100">
                <a:solidFill>
                  <a:srgbClr val="C9D4E5"/>
                </a:solidFill>
                <a:latin typeface="MiSans"/>
              </a:rPr>
              <a:t>.student_id).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PK: uniquely identifies each row in a table. FK: references a PK in another table.
Write a </a:t>
            </a:r>
            <a:r>
              <a:rPr sz="900">
                <a:solidFill>
                  <a:srgbClr val="C9D4E5"/>
                </a:solidFill>
                <a:latin typeface="Consolas"/>
              </a:rPr>
              <a:t>JOIN using the PK-FK relationship: JOIN enrollments ON students</a:t>
            </a:r>
            <a:r>
              <a:rPr sz="1100">
                <a:solidFill>
                  <a:srgbClr val="C9D4E5"/>
                </a:solidFill>
                <a:latin typeface="MiSans"/>
              </a:rPr>
              <a:t>.student_id = enrollments.student_id.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Draw the relationship:
students.student_id (PK) -- referenced by --&gt; enrollments.student_id (FK).
Write a query that traverses the relationship: show all students with their enrollment count.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queries to verify both constraints are working:
(A) PK uniqueness: </a:t>
            </a:r>
            <a:r>
              <a:rPr sz="900">
                <a:solidFill>
                  <a:srgbClr val="C9D4E5"/>
                </a:solidFill>
                <a:latin typeface="Consolas"/>
              </a:rPr>
              <a:t>SELECT student_id, COUNT(*) FROM students GROUP BY student_id HAVING COUNT(*) &gt; 1 (should be 0)</a:t>
            </a:r>
            <a:r>
              <a:rPr sz="1100">
                <a:solidFill>
                  <a:srgbClr val="C9D4E5"/>
                </a:solidFill>
                <a:latin typeface="MiSans"/>
              </a:rPr>
              <a:t>.
(B) FK integrity: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enrollments WHERE student_id NOT IN (SELECT student_id FROM students) (should be 0)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SQL-C035: PRIMARY KEY vs FOREIGN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