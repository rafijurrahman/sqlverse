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SQL-147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LAST_VALUE()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LAST_VALUE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LAST_VALUE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LAST_VALUE(revenue) OVER (ORDER BY sale_date ROWS BETWEEN UNBOUNDED PRECEDING AND UNBOUNDED FOLLOWING) AS last_revenue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SQL-147: LAST_VALUE()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LAST_VALUE()?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LAST_VALUE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LAST_VALUE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LAST_VALUE when querying datasets that require LAST_VALUE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LAST_VALUE()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LAST_VALUE()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SQL-147: LAST_VALUE()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LAST_VALUE()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LAST_VALUE(revenue) OVER (ORDER BY sale_date ROWS BETWEEN UNBOUNDED PRECEDING AND UNBOUNDED FOLLOWING) AS last_revenue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SQL-147: LAST_VALUE()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LAST_VALUE()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LAST_VALUE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sale_date,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LAST_VALUE(revenue) OVER (ORDER BY sale_date ROWS BETWEEN UNBOUNDED PRECEDING AND UNBOUNDED FOLLOWING) AS last_revenue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SQL-147: LAST_VALUE()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SQL-147: LAST_VALUE()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LAST_VALUE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SQL-147: LAST_VALUE()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LAST_VALUE() with ROWS BETWEEN UNBOUNDED PRECEDING AND UNBOUNDED FOLLOWING to get the last value correctly:
LAST_VALUE(revenue)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ROWS BETWEEN UNBOUNDED PRECEDING AND UNBOUNDED FOLLOWING) AS last_revenue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show the last sale in each region using LAST_VALUE partitioned by region:
LAST_VALUE(revenue)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ROWS BETWEEN UNBOUNDED PRECEDING AND UNBOUNDED FOLLOWING)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operations team wants to compare each sale to the most recent sale as a benchmark.
Display: sale_date, product, revenue, LAST_VALUE(revenue)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ROWS BETWEEN UNBOUNDED PRECEDING AND UNBOUNDED FOLLOWING) as "Latest Revenue"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both FIRST_VALUE and LAST_VALUE to show the revenue range span:
LAST_VALUE(revenue)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ROWS BETWEEN UNBOUNDED PRECEDING AND UNBOUNDED FOLLOWING) -</a:t>
            </a:r>
            <a:r>
              <a:rPr sz="1100">
                <a:solidFill>
                  <a:srgbClr val="C9D4E5"/>
                </a:solidFill>
                <a:latin typeface="MiSans"/>
              </a:rPr>
              <a:t>
FIRST_VALUE(revenue)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revenue) AS "Revenue Spread" per region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SQL-147: LAST_VALUE()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