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SQL-129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ALL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ALL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ALL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revenue &gt; ALL ( SELECT revenue FROM sales WHERE category = 'Stationery' 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SQL-129: ALL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ALL?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ALL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ALL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ALL when querying datasets that require ALL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ALL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ALL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SQL-129: ALL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ALL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revenue &gt; ALL ( SELECT revenue FROM sales WHERE category = 'Stationery' 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SQL-129: ALL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ALL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ALL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revenue &gt; ALL ( SELECT revenue FROM sales WHERE category = 'Stationery' 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SQL-129: ALL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SQL-129: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ALL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SQL-129: ALL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ALL to find sales where revenue is greater than ALL revenues in the 'Stationery' category: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sales WHERE revenue &gt; ALL (SELECT revenue FROM sales WHERE category = 'Stationery')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Find all sales where revenue is greater than ALL sales from 'Chittagong':
</a:t>
            </a:r>
            <a:r>
              <a:rPr sz="900">
                <a:solidFill>
                  <a:srgbClr val="C9D4E5"/>
                </a:solidFill>
                <a:latin typeface="Consolas"/>
              </a:rPr>
              <a:t>WHERE revenue &gt; ALL (SELECT revenue FROM sales WHERE region = 'Chittagong')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analytics team wants to find the highest-performing Electronics sales -- those exceeding every Stationery sale.
Use: </a:t>
            </a:r>
            <a:r>
              <a:rPr sz="900">
                <a:solidFill>
                  <a:srgbClr val="C9D4E5"/>
                </a:solidFill>
                <a:latin typeface="Consolas"/>
              </a:rPr>
              <a:t>WHERE category = 'Electronics' AND revenue &gt; ALL (SELECT revenue FROM sales WHERE category = 'Stationery')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comparing &gt; ANY vs &gt; ALL:
(A) &gt; ANY: revenue beats at least one Furniture sale.
(B) &gt; ALL: revenue beats every Furniture sale.
Write both queries and observe how many rows each returns.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SQL-129: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