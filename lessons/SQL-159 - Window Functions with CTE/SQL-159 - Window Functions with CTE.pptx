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Functions with CTE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store_rev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store_rev;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Window Functions with CTE?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Window Functions with CTE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Window Functions with CTE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Window Functions with CTE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store_rev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store_rev;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 Outlet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Window Functions with CTE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with CTE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store_rev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store_rev;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RANK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13670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 Outlet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8860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Window Functions with CTE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calculate revenue per store, then apply ROW_NUMBER in the outer query: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store_rev AS (SELECT store, SUM(revenue) AS total FROM sales GROUP BY store)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total, ROW_NUMBER() OVER (ORDER BY total DESC) AS rank FROM store_rev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for monthly revenue, then apply running total window:
</a:t>
            </a:r>
            <a:r>
              <a:rPr sz="900">
                <a:solidFill>
                  <a:srgbClr val="C9D4E5"/>
                </a:solidFill>
                <a:latin typeface="Consolas"/>
              </a:rPr>
              <a:t>WITH monthly AS (SELECT MONTH(sale_date) AS month, SUM(revenue) AS monthly_rev FROM sales GROUP BY MONTH(sale_date))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month, monthly_rev, SUM(monthly_rev) OVER (ORDER BY month) AS running_total FROM monthly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Analytics pipeline using CTEs with window functions:
CTE 1: category-level revenue aggregation.
CTE 2: apply RANK() OVER to rank categories.
Final </a:t>
            </a:r>
            <a:r>
              <a:rPr sz="900">
                <a:solidFill>
                  <a:srgbClr val="C9D4E5"/>
                </a:solidFill>
                <a:latin typeface="Consolas"/>
              </a:rPr>
              <a:t>SELECT: show top 2 categories with their ranks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three-level CTE + window function pipeline:
CTE 1: sales with profit = revenue - cost.
CTE 2: region-level profit aggregation.
CTE 3: apply RANK and running total.
Final: show all ranked regions with cumulative 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SQL-159: Window Functions with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