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CASE vs COALESCE()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CASE and COALESCE.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CASE and COALESCE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WHEN balance IS NULL THEN 0 ELSE balance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COALESCE(balance, 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COALESCE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SQL-C012: CASE vs COALESCE()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CASE vs COALESCE()?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CASE and COALESCE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CASE vs COALESCE()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CASE vs COALESCE()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SQL-C012: CASE vs COALESCE()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CASE vs COALESCE()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WHEN balance IS NULL THEN 0 ELSE balance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COALESCE(balance, 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SQL-C012: CASE vs COALESCE()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CASE vs COALESCE()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CASE vs COALESCE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WHEN balance IS NULL THEN 0 ELSE balance 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COALESCE(balance, 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SQL-C012: CASE vs COALESCE()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SQL-C012: CASE vs COALESCE()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CASE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COALESCE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SQL-C012: CASE vs COALESCE()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CASE to handle NULL balance: CASE WHEN balance IS NULL THEN 0 ELSE balance END.
Then write the same using COALESCE(balance, 0).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CASE to classify balance as 'Zero', 'Low' (&lt; 10000), or 'High' (&gt;= 10000). This is something COALESCE cannot do. Demonstrate CASE's power over COALESCE for conditional logic.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Use COALESCE to replace NULL email: simpler, cleaner.
(B) Use CASE to replace NULL AND apply business logic: if kyc_status = 'Rejected', show 'Blocked' instead.
Write both queries on the customers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combining CASE and COALESCE: use COALESCE for NULL replacement, then wrap in CASE for tier classification: CASE WHEN COALESCE(balance, 0) &gt; 100000 THEN 'Premium' WHEN COALESCE(balance, 0) &gt; 10000 THEN 'Standard' ELSE 'Basic' END as "Customer Tier".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SQL-C012: CASE vs COALESCE()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