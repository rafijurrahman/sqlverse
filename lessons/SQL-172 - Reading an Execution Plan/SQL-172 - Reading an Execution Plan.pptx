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SQL-172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Reading an Execution Plan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SQL-172: Reading an Execution Plan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Reading an Execution Plan?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Reading an Execution Plan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Reading an Execution Plan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SQL-172: Reading an Execution Plan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Reading an Execution Plan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Shipped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addr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SQL-172: Reading an Execution Plan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Reading an Execution Plan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Execution plan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addr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opcode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Init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OpenRead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Rewind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SQL-172: Reading an Execution Plan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SQL-172: Reading an Execution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Reading an Execution Plan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SQL-172: Reading an Execution Plan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EXPLAIN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status = 'Completed'</a:t>
            </a:r>
            <a:r>
              <a:rPr sz="1100">
                <a:solidFill>
                  <a:srgbClr val="C9D4E5"/>
                </a:solidFill>
                <a:latin typeface="MiSans"/>
              </a:rPr>
              <a:t>. Read the type column: 'ALL' means full table scan; 'ref' means index used.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Run EXPLAIN on a </a:t>
            </a:r>
            <a:r>
              <a:rPr sz="900">
                <a:solidFill>
                  <a:srgbClr val="C9D4E5"/>
                </a:solidFill>
                <a:latin typeface="Consolas"/>
              </a:rPr>
              <a:t>JOIN query: EXPLAIN SELECT c</a:t>
            </a:r>
            <a:r>
              <a:rPr sz="1100">
                <a:solidFill>
                  <a:srgbClr val="C9D4E5"/>
                </a:solidFill>
                <a:latin typeface="MiSans"/>
              </a:rPr>
              <a:t>.first_name, o.total_amount </a:t>
            </a:r>
            <a:r>
              <a:rPr sz="900">
                <a:solidFill>
                  <a:srgbClr val="C9D4E5"/>
                </a:solidFill>
                <a:latin typeface="Consolas"/>
              </a:rPr>
              <a:t>FROM customers c JOIN orders o ON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o.customer_id </a:t>
            </a:r>
            <a:r>
              <a:rPr sz="900">
                <a:solidFill>
                  <a:srgbClr val="C9D4E5"/>
                </a:solidFill>
                <a:latin typeface="Consolas"/>
              </a:rPr>
              <a:t>WHERE o</a:t>
            </a:r>
            <a:r>
              <a:rPr sz="1100">
                <a:solidFill>
                  <a:srgbClr val="C9D4E5"/>
                </a:solidFill>
                <a:latin typeface="MiSans"/>
              </a:rPr>
              <a:t>.status = 'Completed'. Observe the execution plan.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query is slow: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status = 'Completed' AND order_date &gt; '2024-02-01'</a:t>
            </a:r>
            <a:r>
              <a:rPr sz="1100">
                <a:solidFill>
                  <a:srgbClr val="C9D4E5"/>
                </a:solidFill>
                <a:latin typeface="MiSans"/>
              </a:rPr>
              <a:t>. Write EXPLAIN to diagnose, then create an index to fix it, then EXPLAIN again.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EXPLAIN for three different queries:
(A) Simple </a:t>
            </a:r>
            <a:r>
              <a:rPr sz="900">
                <a:solidFill>
                  <a:srgbClr val="C9D4E5"/>
                </a:solidFill>
                <a:latin typeface="Consolas"/>
              </a:rPr>
              <a:t>WHERE on PRIMARY KEY</a:t>
            </a:r>
            <a:r>
              <a:rPr sz="1100">
                <a:solidFill>
                  <a:srgbClr val="C9D4E5"/>
                </a:solidFill>
                <a:latin typeface="MiSans"/>
              </a:rPr>
              <a:t>.
(B) </a:t>
            </a:r>
            <a:r>
              <a:rPr sz="900">
                <a:solidFill>
                  <a:srgbClr val="C9D4E5"/>
                </a:solidFill>
                <a:latin typeface="Consolas"/>
              </a:rPr>
              <a:t>WHERE on non-indexed column</a:t>
            </a:r>
            <a:r>
              <a:rPr sz="1100">
                <a:solidFill>
                  <a:srgbClr val="C9D4E5"/>
                </a:solidFill>
                <a:latin typeface="MiSans"/>
              </a:rPr>
              <a:t>.
(C) </a:t>
            </a:r>
            <a:r>
              <a:rPr sz="900">
                <a:solidFill>
                  <a:srgbClr val="C9D4E5"/>
                </a:solidFill>
                <a:latin typeface="Consolas"/>
              </a:rPr>
              <a:t>JOIN query</a:t>
            </a:r>
            <a:r>
              <a:rPr sz="1100">
                <a:solidFill>
                  <a:srgbClr val="C9D4E5"/>
                </a:solidFill>
                <a:latin typeface="MiSans"/>
              </a:rPr>
              <a:t>.
Compare the "type" and "key" columns in EXPLAIN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SQL-172: Reading an Execution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