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SQL-R009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Set Operators Revision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Review and reinforce your SQL skills for Set Operators.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Set Operators Revision through practice.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domestic_shipments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Combine queries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Set Operators Revision?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Revision lessons consolidate your knowledge of Set Operators Revision through practice.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Reinforcing syntax rules through cumulative practice builds long-term muscle memory.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Review these revision slides after completing a block of core SQL topics.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Set Operators Revision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Final results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Set Operators Revision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Set Operators Revision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shipment_id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tracking_number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sender_city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receiver_city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Chittagong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Rajshahi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BD-1003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Sylhet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Set Operators Revision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domestic_shipments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Set operators revision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Skipping practice challenges on revision slides.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Repeating basic syntax errors under revision checks.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edge cases like NULL or empty strings.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unformatted answers for practice questions.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warnings and query execution errors.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different style rules in revision answers.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Cumulative practice builds long-term muscle memory.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Reinforce syntax rules through cumulative coding.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Test queries against edge cases and empty database values.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structured answers with uppercase keywords.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and format queries for revision review.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Document solution logic in query headers.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Revision consolidates core syntax rules.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Helps identify gaps in query logic.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Improves problem-solving speed.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Prepares for real-world projects.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three queries:
(A) UNION: combine domestic and international, deduplicated.
(B) UNION ALL: combine domestic and international, all rows.
(C) Show the row count difference.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Simulate INTERSECT: find tracking numbers in both domestic_shipments and returned_shipments. Then simulate EXCEPT: find domestic shipments NOT in returned.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Complete logistics report:
(A) All delivered shipments from all tables (UNION for unique).
(B) Count total shipments per source (UNION ALL with label, </a:t>
            </a:r>
            <a:r>
              <a:rPr sz="900">
                <a:solidFill>
                  <a:srgbClr val="C9D4E5"/>
                </a:solidFill>
                <a:latin typeface="Consolas"/>
              </a:rPr>
              <a:t>GROUP BY source)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comprehensive query using UNION ALL across all 5 tables (domestic, international, returned, warehouse_dhaka, warehouse_ctg) with a source label. Calculate total parcels and total weight by source in a subquery.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SQL-R009: Set Operators Revision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