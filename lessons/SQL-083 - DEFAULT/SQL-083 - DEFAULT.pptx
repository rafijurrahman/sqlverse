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SQL-083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DEFAULT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DEFAULT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DEFAULT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enrollment_status,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enrollment_status;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SQL-083: DEFAULT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DEFAULT?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DEFAULT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DEFAULT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DEFAULT when querying datasets that require DEFAULT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DEFAULT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DEFAULT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SQL-083: DEFAULT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DEFAULT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enrollment_status,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enrollment_status;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enrollment_status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Active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Graduated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Inactive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SQL-083: DEFAULT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DEFAULT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DEFAULT value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enrollment_status,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enrollment_status;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enrollment_status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COUNT(*)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Active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6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Graduated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Inactive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SQL-083: DEFAULT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SQL-083: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DEFAULT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SQL-083: DEFAULT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SELECT query to see the current enrollment_status values</a:t>
            </a:r>
            <a:r>
              <a:rPr sz="1100">
                <a:solidFill>
                  <a:srgbClr val="C9D4E5"/>
                </a:solidFill>
                <a:latin typeface="MiSans"/>
              </a:rPr>
              <a:t>. Observe that most are 'Active' — this is the DEFAULT at work.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for fee_payments with DEFAULT values: amount DECIMAL(10,2) NOT NULL DEFAULT 0</a:t>
            </a:r>
            <a:r>
              <a:rPr sz="1100">
                <a:solidFill>
                  <a:srgbClr val="C9D4E5"/>
                </a:solidFill>
                <a:latin typeface="MiSans"/>
              </a:rPr>
              <a:t>.00, status VARCHAR(20) NOT NULL DEFAULT 'Unpaid', payment_date DATE DEFAULT NULL.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New student registrations should default to 'Active' status and NULL GPA. Write an </a:t>
            </a:r>
            <a:r>
              <a:rPr sz="900">
                <a:solidFill>
                  <a:srgbClr val="C9D4E5"/>
                </a:solidFill>
                <a:latin typeface="Consolas"/>
              </a:rPr>
              <a:t>INSERT statement for a new student without specifying enrollment_status or gpa — let the DEFAULT handle it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count students by enrollment_status to verify the DEFAULT is working: </a:t>
            </a:r>
            <a:r>
              <a:rPr sz="900">
                <a:solidFill>
                  <a:srgbClr val="C9D4E5"/>
                </a:solidFill>
                <a:latin typeface="Consolas"/>
              </a:rPr>
              <a:t>SELECT enrollment_status, COUNT(*) FROM students GROUP BY enrollment_status</a:t>
            </a:r>
            <a:r>
              <a:rPr sz="1100">
                <a:solidFill>
                  <a:srgbClr val="C9D4E5"/>
                </a:solidFill>
                <a:latin typeface="MiSans"/>
              </a:rPr>
              <a:t>. Then 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that uses DEFAULT for multiple columns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SQL-083: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