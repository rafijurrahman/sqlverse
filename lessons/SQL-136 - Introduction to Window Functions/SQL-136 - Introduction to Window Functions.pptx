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Introduction to Window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grand_total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Introduction to Window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Introduction to Window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Introduction to Window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Introduction to Window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grand_total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Introduction to Window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Window introduction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SUM(revenue) OVER () AS grand_total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Introduction to Window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SUM() as a window function (not </a:t>
            </a:r>
            <a:r>
              <a:rPr sz="900">
                <a:solidFill>
                  <a:srgbClr val="C9D4E5"/>
                </a:solidFill>
                <a:latin typeface="Consolas"/>
              </a:rPr>
              <a:t>GROUP BY) to show each sale alongside the total revenue: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sale_id, product, revenue, SUM(revenue) OVER () AS grand_total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showing each sale's revenue and the percentage of grand total:
revenue / SUM(revenue) OVER () * 100 AS pct_of_total.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see each individual sale alongside the overall company revenue.
Display: sale_id, region, product, revenue, and SUM(revenue) OVER () as "Total Company Revenue". This preserves all rows unlike </a:t>
            </a:r>
            <a:r>
              <a:rPr sz="900">
                <a:solidFill>
                  <a:srgbClr val="C9D4E5"/>
                </a:solidFill>
                <a:latin typeface="Consolas"/>
              </a:rPr>
              <a:t>GROUP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</a:t>
            </a:r>
            <a:r>
              <a:rPr sz="900">
                <a:solidFill>
                  <a:srgbClr val="C9D4E5"/>
                </a:solidFill>
                <a:latin typeface="Consolas"/>
              </a:rPr>
              <a:t>GROUP BY vs Window Function:</a:t>
            </a:r>
            <a:r>
              <a:rPr sz="1100">
                <a:solidFill>
                  <a:srgbClr val="C9D4E5"/>
                </a:solidFill>
                <a:latin typeface="MiSans"/>
              </a:rPr>
              <a:t>
(A) </a:t>
            </a:r>
            <a:r>
              <a:rPr sz="900">
                <a:solidFill>
                  <a:srgbClr val="C9D4E5"/>
                </a:solidFill>
                <a:latin typeface="Consolas"/>
              </a:rPr>
              <a:t>GROUP BY: SELECT category, SUM(revenue) FROM sales GROUP BY category -- reduces to 3 rows</a:t>
            </a:r>
            <a:r>
              <a:rPr sz="1100">
                <a:solidFill>
                  <a:srgbClr val="C9D4E5"/>
                </a:solidFill>
                <a:latin typeface="MiSans"/>
              </a:rPr>
              <a:t>.
(B) Window: </a:t>
            </a:r>
            <a:r>
              <a:rPr sz="900">
                <a:solidFill>
                  <a:srgbClr val="C9D4E5"/>
                </a:solidFill>
                <a:latin typeface="Consolas"/>
              </a:rPr>
              <a:t>SELECT category, revenue, SUM(revenue) OVER (PARTITION BY category) -- keeps all 15 rows with category total</a:t>
            </a:r>
            <a:r>
              <a:rPr sz="1100">
                <a:solidFill>
                  <a:srgbClr val="C9D4E5"/>
                </a:solidFill>
                <a:latin typeface="MiSans"/>
              </a:rPr>
              <a:t>.
Write both and observe the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SQL-136: Introduction to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