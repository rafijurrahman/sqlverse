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Date Functions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Date Functions.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Date Functions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YEAR(appointment_date) AS app_year,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MONTH(appointment_date) AS app_month,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DAY(appointment_date) AS app_day,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DATE_FORMAT(appointment_date, '%d %M %Y') AS "Formatted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SQL-R004: Date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Date Functions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Date Functions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Date Functions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Date Functions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SQL-R004: Date Functions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Date Functions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YEAR(appointment_date) AS app_year,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MONTH(appointment_date) AS app_month,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DAY(appointment_date) AS app_day,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DATE_FORMAT(appointment_date, '%d %M %Y') AS "Formatted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SQL-R004: Date Functions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Date Functions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Date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YEAR(appointment_date) AS app_year,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MONTH(appointment_date) AS app_month,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DAY(appointment_date) AS app_day,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DATE_FORMAT(appointment_date, '%d %M %Y') AS "Formatted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SQL-R004: Date Functions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SQL-R004: Date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SQL-R004: Date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on appointments to display:
- YEAR(appointment_date), MONTH(appointment_date), DAY(appointment_date)
- DATE_FORMAT(appointment_date, '%d %M %Y') as "Formatted Date"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on admissions to calculate:
- DATEDIFF(discharge_date, admission_date) as "Days Stayed"
- DATE_ADD(discharge_date, INTERVAL 14 DAY) as "Follow Up Date"
Only show discharged patients (discharge_date IS NOT NULL).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needs a combined date report. From appointments, find all Completed appointments in Q1 2024 (Jan–Mar). Display patient_name, MONTH(appointment_date) as "Month", HOUR(appointment_time) as "Hour".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From admissions, write a query to:
- Calculate length of stay: DATEDIFF(discharge_date, admission_date)
- Group by ward
- Show AVG length of stay per ward
- Only include discharged patients
- Sort by average stay descending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SQL-R004: Date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