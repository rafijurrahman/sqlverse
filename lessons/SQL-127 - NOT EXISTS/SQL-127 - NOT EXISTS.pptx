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NOT EXISTS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Exclude rows matching a specific condition.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NOT EXISTS ( SELECT 1 FROM orders o WHERE o.customer_id = c.customer_id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SQL-127: NOT EXISTS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NOT EXISTS?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is much easier to specify what to exclude than listing every single allowed value.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NOT to exclude inactive records, zero stock items, or specific exception groups.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NOT EXISTS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NOT EXISTS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SQL-127: NOT EXISTS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NOT EXISTS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NOT EXISTS ( SELECT 1 FROM orders o WHERE o.customer_id = c.customer_id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SQL-127: NOT EXISTS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NOT EXISTS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NOT EXISTS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NOT EXISTS ( SELECT 1 FROM orders o WHERE o.customer_id = c.customer_id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Rubel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Islam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SQL-127: NOT EXISTS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SQL-127: NOT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NOT EXISTS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SQL-127: NOT EXISTS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NOT EXISTS query to find customers who have NEVER placed any order: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customers c WHERE NOT EXISTS (SELECT 1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NOT EXISTS query to find customers who have never placed a Cancelled order:
</a:t>
            </a:r>
            <a:r>
              <a:rPr sz="900">
                <a:solidFill>
                  <a:srgbClr val="C9D4E5"/>
                </a:solidFill>
                <a:latin typeface="Consolas"/>
              </a:rPr>
              <a:t>WHERE NOT EXISTS (SELECT 1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 AND o.status = 'Cancelled').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marketing team wants to target customers who have never placed a VIP-tier order (above 8000).
Use NOT EXISTS: </a:t>
            </a:r>
            <a:r>
              <a:rPr sz="900">
                <a:solidFill>
                  <a:srgbClr val="C9D4E5"/>
                </a:solidFill>
                <a:latin typeface="Consolas"/>
              </a:rPr>
              <a:t>WHERE NOT EXISTS (SELECT 1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AND total_amount &gt; 8000).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customers who have placed orders but have NO Completed orders:
</a:t>
            </a:r>
            <a:r>
              <a:rPr sz="900">
                <a:solidFill>
                  <a:srgbClr val="C9D4E5"/>
                </a:solidFill>
                <a:latin typeface="Consolas"/>
              </a:rPr>
              <a:t>WHERE EXISTS (SELECT 1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.customer_id)
AND NOT EXISTS (</a:t>
            </a:r>
            <a:r>
              <a:rPr sz="900">
                <a:solidFill>
                  <a:srgbClr val="C9D4E5"/>
                </a:solidFill>
                <a:latin typeface="Consolas"/>
              </a:rPr>
              <a:t>SELECT 1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AND status = 'Completed').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SQL-127: NOT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