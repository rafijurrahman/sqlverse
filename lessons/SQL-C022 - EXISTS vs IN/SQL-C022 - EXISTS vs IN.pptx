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SQL-C022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EXISTS vs IN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Understand the key differences between EXISTS and IN.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EXISTS and IN highlights distinct operational and performance differences.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customers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Evaluate IN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SQL-C022: EXISTS vs 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EXISTS vs IN?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Comparing EXISTS and IN highlights distinct operational and performance differences.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Choosing the wrong syntax or operator can cause bugs and slow database execution.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Compare these operations when designing queries for performance and clarity.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EXISTS vs IN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Comparison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EXISTS vs IN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SQL-C022: EXISTS vs IN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EXISTS vs IN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first_name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last_name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email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Uddin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rahim@crm.com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Begum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fatema@crm.com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Molla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karim@crm.com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SQL-C022: EXISTS vs IN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EXISTS vs IN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customers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EXISTS vs IN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product_name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Wireless Mouse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USB Keyboard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Office Chair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SQL-C022: EXISTS vs IN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multiple OR statements instead of the IN operator.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that BETWEEN is inclusive of boundaries.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Matching empty strings or NULL values using IN.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Hardcoding very long list values inside the IN clause.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BETWEEN with incompatible date string formats.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Combining IN with NOT without explicit parentheses.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Replace long OR lists with a clean IN condition.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range boundaries before applying BETWEEN.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Ensure IN lists are sorted or indexed for speed.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Format IN list elements on new lines if very long.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Use BETWEEN for numeric, date, and time ranges.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Verify execution paths for subqueries inside 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SQL-C022: EXISTS vs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EXISTS for specific single-condition tasks.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Choose IN when scaling complexity.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Understand performance differences.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Verify query compatibility.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SQL-C022: EXISTS vs IN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two equivalent queries:
(A) </a:t>
            </a:r>
            <a:r>
              <a:rPr sz="900">
                <a:solidFill>
                  <a:srgbClr val="C9D4E5"/>
                </a:solidFill>
                <a:latin typeface="Consolas"/>
              </a:rPr>
              <a:t>WHERE customer_id IN (SELECT customer_id FROM orders)</a:t>
            </a:r>
            <a:r>
              <a:rPr sz="1100">
                <a:solidFill>
                  <a:srgbClr val="C9D4E5"/>
                </a:solidFill>
                <a:latin typeface="MiSans"/>
              </a:rPr>
              <a:t>.
(B) </a:t>
            </a:r>
            <a:r>
              <a:rPr sz="900">
                <a:solidFill>
                  <a:srgbClr val="C9D4E5"/>
                </a:solidFill>
                <a:latin typeface="Consolas"/>
              </a:rPr>
              <a:t>WHERE EXISTS (SELECT 1 FROM orders WHERE customer_id = c</a:t>
            </a:r>
            <a:r>
              <a:rPr sz="1100">
                <a:solidFill>
                  <a:srgbClr val="C9D4E5"/>
                </a:solidFill>
                <a:latin typeface="MiSans"/>
              </a:rPr>
              <a:t>.customer_id).
Both should return customers with orders.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Compare performance concept: IN retrieves a list first, EXISTS stops at first match.
For large datasets, EXISTS is often faster. Write both for finding Premium customers with Completed orders.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(A) Use IN: find customers in the list of those with high orders:
</a:t>
            </a:r>
            <a:r>
              <a:rPr sz="900">
                <a:solidFill>
                  <a:srgbClr val="C9D4E5"/>
                </a:solidFill>
                <a:latin typeface="Consolas"/>
              </a:rPr>
              <a:t>WHERE customer_id IN (SELECT customer_id FROM orders WHERE total_amount &gt; 5000)</a:t>
            </a:r>
            <a:r>
              <a:rPr sz="1100">
                <a:solidFill>
                  <a:srgbClr val="C9D4E5"/>
                </a:solidFill>
                <a:latin typeface="MiSans"/>
              </a:rPr>
              <a:t>.
(B) Use EXISTS: same result with a correlated query.
Write both.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Write NOT IN vs NOT EXISTS to find customers without orders. Explain in a comment: NOT IN fails if subquery returns NULL; NOT EXISTS is safer.
Write the safer version using NOT EXISTS.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SQL-C022: EXISTS vs 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