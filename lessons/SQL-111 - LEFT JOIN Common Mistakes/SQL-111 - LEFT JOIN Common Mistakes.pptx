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 JOIN Common Mistakes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 JOIN Common Mistakes?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 JOIN Common Mistakes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 JOIN Common Mistakes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 JOIN Common Mistakes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 JOIN Common Mistakes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LEFT JOIN mistakes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LEFT JOIN Common Mistakes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Common mistake: Using </a:t>
            </a:r>
            <a:r>
              <a:rPr sz="900">
                <a:solidFill>
                  <a:srgbClr val="C9D4E5"/>
                </a:solidFill>
                <a:latin typeface="Consolas"/>
              </a:rPr>
              <a:t>WHERE to filter right-side columns in a LEFT JOIN converts it to INNER JOIN</a:t>
            </a:r>
            <a:r>
              <a:rPr sz="1100">
                <a:solidFill>
                  <a:srgbClr val="C9D4E5"/>
                </a:solidFill>
                <a:latin typeface="MiSans"/>
              </a:rPr>
              <a:t>. Demonstrate: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orders ON 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orders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 loses NULL rows. Write the correct version using AND in ON clause or subquery.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WRONG version: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that accidentally becomes INNER JOIN due to WHERE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the CORRECT version using ON for the condition.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who have either no orders OR only Cancelled orders. Show the incorrect approach (</a:t>
            </a:r>
            <a:r>
              <a:rPr sz="900">
                <a:solidFill>
                  <a:srgbClr val="C9D4E5"/>
                </a:solidFill>
                <a:latin typeface="Consolas"/>
              </a:rPr>
              <a:t>WHERE misuse) and the correct approach (using HAVING or subquery)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that correctly filters the right table's data while still keeping all left-side rows: move the filter condition from WHERE to ON: JOIN orders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AND o.status = 'Completed'. Show all customers, with only completed orders shown.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SQL-111: LEFT JOIN 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