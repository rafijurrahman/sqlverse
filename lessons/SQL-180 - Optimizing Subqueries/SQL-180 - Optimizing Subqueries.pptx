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Optimizing Subqueries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SQL-180: Optimizing Subqueries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Optimizing Subqueries?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Optimizing Subqueries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Optimizing Subqueries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SQL-180: Optimizing Subqueries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Optimizing Subqueries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SQL-180: Optimizing Subqueries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Optimizing Subqueries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Optimize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SQL-180: Optimizing Subqueries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SQL-180: Optimizing Subqueries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Optimizing Subqueries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SQL-180: Optimizing Subqueries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Convert a correlated subquery to a </a:t>
            </a:r>
            <a:r>
              <a:rPr sz="900">
                <a:solidFill>
                  <a:srgbClr val="C9D4E5"/>
                </a:solidFill>
                <a:latin typeface="Consolas"/>
              </a:rPr>
              <a:t>JOIN (usually faster):</a:t>
            </a:r>
            <a:r>
              <a:rPr sz="1100">
                <a:solidFill>
                  <a:srgbClr val="C9D4E5"/>
                </a:solidFill>
                <a:latin typeface="MiSans"/>
              </a:rPr>
              <a:t>
Subquery: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customers WHERE customer_id IN (SELECT customer_id FROM orders WHERE status = 'Completed')</a:t>
            </a:r>
            <a:r>
              <a:rPr sz="1100">
                <a:solidFill>
                  <a:srgbClr val="C9D4E5"/>
                </a:solidFill>
                <a:latin typeface="MiSans"/>
              </a:rPr>
              <a:t>.
</a:t>
            </a:r>
            <a:r>
              <a:rPr sz="900">
                <a:solidFill>
                  <a:srgbClr val="C9D4E5"/>
                </a:solidFill>
                <a:latin typeface="Consolas"/>
              </a:rPr>
              <a:t>JOIN: SELECT DISTINCT c</a:t>
            </a:r>
            <a:r>
              <a:rPr sz="1100">
                <a:solidFill>
                  <a:srgbClr val="C9D4E5"/>
                </a:solidFill>
                <a:latin typeface="MiSans"/>
              </a:rPr>
              <a:t>.*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JOIN orders o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WHERE o</a:t>
            </a:r>
            <a:r>
              <a:rPr sz="1100">
                <a:solidFill>
                  <a:srgbClr val="C9D4E5"/>
                </a:solidFill>
                <a:latin typeface="MiSans"/>
              </a:rPr>
              <a:t>.status = 'Completed'.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Non-correlated subqueries are executed once (efficient). Correlated subqueries run once per outer row (slow). Demonstrate:
(A) Non-correlated: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(SELECT AVG(total_amount) FROM orders) -- runs once</a:t>
            </a:r>
            <a:r>
              <a:rPr sz="1100">
                <a:solidFill>
                  <a:srgbClr val="C9D4E5"/>
                </a:solidFill>
                <a:latin typeface="MiSans"/>
              </a:rPr>
              <a:t>.
(B) Correlated: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(SELECT AVG(total_amount) FROM orders WHERE customer_id =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 -- runs per row.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Convert a slow correlated subquery to a </a:t>
            </a:r>
            <a:r>
              <a:rPr sz="900">
                <a:solidFill>
                  <a:srgbClr val="C9D4E5"/>
                </a:solidFill>
                <a:latin typeface="Consolas"/>
              </a:rPr>
              <a:t>JOIN:</a:t>
            </a:r>
            <a:r>
              <a:rPr sz="1100">
                <a:solidFill>
                  <a:srgbClr val="C9D4E5"/>
                </a:solidFill>
                <a:latin typeface="MiSans"/>
              </a:rPr>
              <a:t>
Slow: </a:t>
            </a:r>
            <a:r>
              <a:rPr sz="900">
                <a:solidFill>
                  <a:srgbClr val="C9D4E5"/>
                </a:solidFill>
                <a:latin typeface="Consolas"/>
              </a:rPr>
              <a:t>SELECT c</a:t>
            </a:r>
            <a:r>
              <a:rPr sz="1100">
                <a:solidFill>
                  <a:srgbClr val="C9D4E5"/>
                </a:solidFill>
                <a:latin typeface="MiSans"/>
              </a:rPr>
              <a:t>.first_name, (</a:t>
            </a:r>
            <a:r>
              <a:rPr sz="900">
                <a:solidFill>
                  <a:srgbClr val="C9D4E5"/>
                </a:solidFill>
                <a:latin typeface="Consolas"/>
              </a:rPr>
              <a:t>SELECT COUNT(*)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 AS cnt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</a:t>
            </a:r>
            <a:r>
              <a:rPr sz="1100">
                <a:solidFill>
                  <a:srgbClr val="C9D4E5"/>
                </a:solidFill>
                <a:latin typeface="MiSans"/>
              </a:rPr>
              <a:t>.
Fast: </a:t>
            </a:r>
            <a:r>
              <a:rPr sz="900">
                <a:solidFill>
                  <a:srgbClr val="C9D4E5"/>
                </a:solidFill>
                <a:latin typeface="Consolas"/>
              </a:rPr>
              <a:t>SELECT c</a:t>
            </a:r>
            <a:r>
              <a:rPr sz="1100">
                <a:solidFill>
                  <a:srgbClr val="C9D4E5"/>
                </a:solidFill>
                <a:latin typeface="MiSans"/>
              </a:rPr>
              <a:t>.first_name, COUNT(o.order_id) AS cnt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LEFT JOIN orders o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versions of the same query (find customers with orders above average):
(A) Correlated subquery (slow).
(B) Non-correlated subquery (better).
(C) </a:t>
            </a:r>
            <a:r>
              <a:rPr sz="900">
                <a:solidFill>
                  <a:srgbClr val="C9D4E5"/>
                </a:solidFill>
                <a:latin typeface="Consolas"/>
              </a:rPr>
              <a:t>JOIN with HAVING (often best)</a:t>
            </a:r>
            <a:r>
              <a:rPr sz="1100">
                <a:solidFill>
                  <a:srgbClr val="C9D4E5"/>
                </a:solidFill>
                <a:latin typeface="MiSans"/>
              </a:rPr>
              <a:t>.
Use EXPLAIN on each to compare access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SQL-180: Optimizing Subqueries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