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Duplicate Detection using ROW_NUMBER()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product, sale_date, revenue ORDER BY sale_id)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&gt; 1;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Duplicate Detection using ROW_NUMBER()?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Duplicate Detection using ROW_NUMBER()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Duplicate Detection using ROW_NUMBER()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Duplicate Detection using ROW_NUMBER()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product, sale_date, revenue ORDER BY sale_id)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&gt; 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Duplicate Detection using ROW_NUMBER()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Duplicate detection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product, sale_date, revenue ORDER BY sale_id)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&gt; 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Duplicate Detection using ROW_NUMBER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ROW_NUMBER to detect duplicate sales (same product, same date, same revenue):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(PARTITION BY product, sale_date, revenue ORDER BY sale_id) AS rn FROM sales) AS r WHERE rn &gt;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rows where the same product appears more than once in the same region:
ROW_NUMBER() OVER (PARTITION BY product,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occurrence</a:t>
            </a:r>
            <a:r>
              <a:rPr sz="1100">
                <a:solidFill>
                  <a:srgbClr val="C9D4E5"/>
                </a:solidFill>
                <a:latin typeface="MiSans"/>
              </a:rPr>
              <a:t>.
Show occurrences &gt; 1.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Data quality check: find any duplicate entries in the sales table where the same product was entered twice on the same date:
Use PARTITION BY product, sale_date and ROW_NUMBER. Flag rows where rn &gt; 1 as duplicates.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deduplicate: keep only the first occurrence of each product per region (lowest sale_id):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(PARTITION BY product, region ORDER BY sale_id) AS rn FROM sales) AS r WHERE rn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SQL-157: Duplicate Detection using ROW_NUMBER()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