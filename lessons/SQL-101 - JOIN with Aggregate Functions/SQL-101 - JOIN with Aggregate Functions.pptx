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JOIN with Aggregate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SUM(oi.quantity * oi.unit_price) AS "Order Total"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 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o.order_id;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SQL-101: JOIN with Aggregate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JOIN with Aggregate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JOIN with Aggregate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JOIN with Aggregate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SQL-101: JOIN with Aggregate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JOIN with Aggregate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SUM(oi.quantity * oi.unit_price) AS "Order Total"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 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o.order_id;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SQL-101: JOIN with Aggregate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JOIN with Aggregate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Aggregate joins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SUM(oi.quantity * oi.unit_price) AS "Order Total"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 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o.order_id;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 Total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2300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SQL-101: JOIN with Aggregate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SQL-101: JOIN with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JOIN with Aggregate Functions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SQL-101: JOIN with Aggregate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orders and order_items</a:t>
            </a:r>
            <a:r>
              <a:rPr sz="1100">
                <a:solidFill>
                  <a:srgbClr val="C9D4E5"/>
                </a:solidFill>
                <a:latin typeface="MiSans"/>
              </a:rPr>
              <a:t>. Show order_id and SUM(quantity * unit_price) as "Order Total".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to show order_id, COUNT(item_id) as "Item Count", SUM(quantity) as "Total Units", SUM(quantity * unit_price) as "Revenue"</a:t>
            </a:r>
            <a:r>
              <a:rPr sz="1100">
                <a:solidFill>
                  <a:srgbClr val="C9D4E5"/>
                </a:solidFill>
                <a:latin typeface="MiSans"/>
              </a:rPr>
              <a:t>. Group by order_id.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Operations needs an order summary. Join orders with order_items. For each order: show order_id, order_date, status, number of product lines, and total revenue. Sort by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customers, orders, and order_items</a:t>
            </a:r>
            <a:r>
              <a:rPr sz="1100">
                <a:solidFill>
                  <a:srgbClr val="C9D4E5"/>
                </a:solidFill>
                <a:latin typeface="MiSans"/>
              </a:rPr>
              <a:t>. For each customer: show name, total orders, total product lines ordered, and total revenue. Group by customer. Sort by revenue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SQL-101: JOIN with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