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INDEX Basics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INDEX Basics?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INDEX Basics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INDEX Basics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INDEX Basics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INDEX Basics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Index basics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INDEX idx_status ON orders(status);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 Basics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on the status column: CREATE INDEX idx_status ON orders(status)</a:t>
            </a:r>
            <a:r>
              <a:rPr sz="1100">
                <a:solidFill>
                  <a:srgbClr val="C9D4E5"/>
                </a:solidFill>
                <a:latin typeface="MiSans"/>
              </a:rPr>
              <a:t>. Then query it: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on customer_id: CREATE INDEX idx_customer ON orders(customer_id)</a:t>
            </a:r>
            <a:r>
              <a:rPr sz="1100">
                <a:solidFill>
                  <a:srgbClr val="C9D4E5"/>
                </a:solidFill>
                <a:latin typeface="MiSans"/>
              </a:rPr>
              <a:t>. Explain how this speeds up: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most frequent query is filtering by status. Create an index on status, then write the query that benefits from it. Use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statements: on status, on order_date, and on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one query that uses all three columns in </a:t>
            </a:r>
            <a:r>
              <a:rPr sz="900">
                <a:solidFill>
                  <a:srgbClr val="C9D4E5"/>
                </a:solidFill>
                <a:latin typeface="Consolas"/>
              </a:rPr>
              <a:t>WHERE. Which index does MySQL choose to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SQL-165: INDEX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