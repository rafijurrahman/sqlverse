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DAY()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DAY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DAY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DAY(admission_date) AS "Admission Day"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admissions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DAY()?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DAY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DAY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DAY when querying datasets that require DAY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DAY()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DAY()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DAY()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admission_id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ward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Maternity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DAY(admission_date) AS "Admission Day"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DAY()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Admission day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admission_id,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patient_name,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DAY(admission_date) AS "Admission Day"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admissions;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extract the day from admission_date using DAY(admission_date). Label it "Admission Day".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patients admitted on the 1st through 10th of any month: DAY(admission_date) BETWEEN 1 AND 10.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team wants to see admissions that happened on weekends. Use DAY(admission_date) and DAYOFWEEK(admission_date) = 1 (Sunday) OR DAYOFWEEK(admission_date) = 7 (Saturday). Display patient_name and admission_date.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patient_name, DAY(admission_date) as "Admit Day", DAY(discharge_date) as "Discharge Day", and their difference as "Days Difference" for all discharged patients.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SQL-047: DAY()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