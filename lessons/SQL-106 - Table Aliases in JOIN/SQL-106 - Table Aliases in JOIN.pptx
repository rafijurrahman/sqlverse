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Table Aliases in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Assign descriptive temporary names to columns.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 alias is a temporary name assigned to a column or table using the AS keyword.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AS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AS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Table Aliases in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 alias is a temporary name assigned to a column or table using the AS keyword.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Systemic database column names are often short or cryptic. Aliases make outputs human-readable.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aliases to clarify calculation results, format output columns, or shorten table queries.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Table Aliases in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Table Aliases in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Table Aliases in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AS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AS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Table Aliases in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Table aliases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AS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AS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ambiguous or misleading column aliases.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Referencing column aliases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AS keyword (makes queries hard to scan).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single-letter aliases (a, b) for complex calculations.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double quotes and single quotes for aliases.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computed fields without any alias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descriptive, lowercase aliases with underscores.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aliases self-contained and clear in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the AS keyword explicitly for aliases.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AS in uppercase to separate columns and aliases.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Wrap aliases with spaces in long column lists.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Assign readable labels for business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Table Aliases in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 using aliases: FROM customers AS c JOIN orders AS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o.customer_id. Display c.first_name, o.order_id.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 using short aliases: c (customers), o (orders), oi (order_items)</a:t>
            </a:r>
            <a:r>
              <a:rPr sz="1100">
                <a:solidFill>
                  <a:srgbClr val="C9D4E5"/>
                </a:solidFill>
                <a:latin typeface="MiSans"/>
              </a:rPr>
              <a:t>. Display c.first_name, o.order_date, oi.quantity, oi.unit_price.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table aliases for all 5 tables: c=customers, o=orders, oi=order_items, p=products, py=payments. Display customer name, product name, and payment method using short aliases throughout.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self-join using aliases (employees table from SQL-096 concept): use aliases to join the same table twice — e.emp_id, e.first_name as "Employee", m.first_name as "Manager". (Use the customers table and join to itself as a reference exercise.)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SQL-106: Table Aliases in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