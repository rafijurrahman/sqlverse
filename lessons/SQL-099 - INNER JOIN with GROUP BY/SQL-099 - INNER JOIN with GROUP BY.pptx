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INNER JOIN with GROUP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COUNT(o.order_id)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SQL-099: INNER JOIN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INNER JOIN with GROUP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INNER JOIN with GROUP BY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INNER JOIN with GROUP BY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SQL-099: INNER JOIN with GROUP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INNER JOIN with GROUP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COUNT(o.order_id)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SQL-099: INNER JOIN with GROUP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INNER JOIN with GROUP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Customer order count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COUNT(o.order_id)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COUNT(o.order_id)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SQL-099: INNER JOIN with GROUP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SQL-099: INNER JOIN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INNER JOIN with GROUP BY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SQL-099: INNER JOIN with GROUP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orders, then COUNT(*) orders per customer using GROUP BY customer_id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each customer's name and their total order count. Include customers with 0 orders using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and COALESCE(COUNT(order_id), 0)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CRM team wants customer engagement metrics. Show each customer's name, city, total orders placed, and total amount spent. Sort by total orders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with COUNT and HAVING: find customers with more than 1 order</a:t>
            </a:r>
            <a:r>
              <a:rPr sz="1100">
                <a:solidFill>
                  <a:srgbClr val="C9D4E5"/>
                </a:solidFill>
                <a:latin typeface="MiSans"/>
              </a:rPr>
              <a:t>. Display customer_id, name, and order count. Sort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SQL-099: INNER JOIN with GROUP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