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SQL-R015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Query Optimization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Query Optimization.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Query Optimization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order_date = '2024-01-05';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SQL-R015: Query Optimization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Query Optimization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Query Optimization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Query Optimization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Query Optimization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SQL-R015: Query Optimization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Query Optimization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order_date = '2024-01-05';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SQL-R015: Query Optimization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Query Optimization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Query optimization techniques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order_date = '2024-01-05';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SQL-R015: Query Optimization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SQL-R015: Query Optimization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SQL-R015: Query Optimization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Review index usage: write a query to find orders placed on a specific date using an index on order_date.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Optimize a query with a function in the </a:t>
            </a:r>
            <a:r>
              <a:rPr sz="900">
                <a:solidFill>
                  <a:srgbClr val="C9D4E5"/>
                </a:solidFill>
                <a:latin typeface="Consolas"/>
              </a:rPr>
              <a:t>WHERE clause: rewrite WHERE YEAR(order_date) = 2024 to use an index-friendly date range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fully optimized query that joins customers and orders, filters by city and status, and uses only specific columns. Verify with EXPLAIN.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Given a slow query with multiple JOINs and subqueries, write the optimized equivalent using CTEs and indexes, and explain the performance improvements.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SQL-R015: Query Optimization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