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A0BF"/>
                </a:solidFill>
                <a:latin typeface="MiSans"/>
              </a:rPr>
              <a:t>SQL-022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iSans"/>
              </a:rPr>
              <a:t>ROUND()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D4E5"/>
                </a:solidFill>
                <a:latin typeface="MiSans"/>
              </a:rPr>
              <a:t>Master the ROUND concept in SQL database queries.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ROUND is a key SQL feature used to filter, transform, or organize database tables.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ROUND(unit_price, 1)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order_items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SQL-022: ROUND()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What is ROUND()?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ROUND is a key SQL feature used to filter, transform, or organize database tables.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Understanding ROUND helps you build robust data models and optimize search queries.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Use ROUND when querying datasets that require ROUND operations.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ROUND()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FFC83D"/>
                </a:solidFill>
                <a:latin typeface="MiSans"/>
              </a:rPr>
              <a:t>TIP:  Always verify performance of ROUND()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SQL-022: ROUND()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How Does ROUND()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342132" cy="1554480"/>
        </p:xfrm>
        <a:graphic>
          <a:graphicData uri="http://schemas.openxmlformats.org/drawingml/2006/table">
            <a:tbl>
              <a:tblPr/>
              <a:tblGrid>
                <a:gridCol w="427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item_id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order_id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quantity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Notebook A5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5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ROUND(unit_price, 1)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303270" cy="738376"/>
        </p:xfrm>
        <a:graphic>
          <a:graphicData uri="http://schemas.openxmlformats.org/drawingml/2006/table">
            <a:tbl>
              <a:tblPr/>
              <a:tblGrid>
                <a:gridCol w="3303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ROUND(unit_price, 1)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850.0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120.0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1200.0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SQL-022: ROUND()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ROUND()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Rounded sales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ROUND(unit_price, 1)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303270" cy="854964"/>
        </p:xfrm>
        <a:graphic>
          <a:graphicData uri="http://schemas.openxmlformats.org/drawingml/2006/table">
            <a:tbl>
              <a:tblPr/>
              <a:tblGrid>
                <a:gridCol w="893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ROUND(unit_price, 1)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850.0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120.0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1200.0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SQL-022: ROUND()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SQL-022: ROUND()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ROUND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Practice on DB Fiddle</a:t>
            </a:r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View Solution on GitHub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SQL-022: ROUND()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display each item's unit_price rounded to 1 decimal place.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calculate the discounted price per unit: unit_price * (1 - discount_pct/100). Round the result to 2 decimal places and label it as "Discounted Price".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Finance needs a rounded revenue report. For each order_id, calculate total revenue (SUM of quantity * unit_price) and round to 2 decimal places. Label it "Total Revenue". Group by order_id.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calculate the net payable amount for each item: quantity * unit_price * (1 - discount_pct/100). Round to 2 decimal places. Display product_name, quantity, unit_price, discount_pct, and "Net Amount".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SQL-022: ROUND()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