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Wildcard (_)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Wildcard (_)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Wildcard (_)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LIKE '____';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SQL-014: Wildcard (_)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Wildcard (_)?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Wildcard (_)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Wildcard (_)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Wildcard (_) when querying datasets that require Wildcard (_)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Wildcard (_)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Wildcard (_)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SQL-014: Wildcard (_)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Wildcard (_)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ra@shop.com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Mitu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Miah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mitu@shop.com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Das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mina@shop.com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LIKE '____';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SQL-014: Wildcard (_)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Wildcard (_)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Single character pattern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LIKE '____';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Mitu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Miah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Das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Sara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SQL-014: Wildcard (_)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SQL-014: Wildcard (_)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Wildcard (_)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SQL-014: Wildcard (_)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first_name has exactly 4 characters (use four underscores: LIKE '____').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first_name starts with 'R' and has exactly 4 characters total.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store wants to find all customers with exactly 2-character first names. Write a query using the _ wildcard to identify them.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customers whose first_name starts with any letter and ends with 'a', with exactly 4 characters total. Display first_name, last_name, and 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SQL-014: Wildcard (_)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