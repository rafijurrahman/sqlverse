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SQL-174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Index Scan vs Table Scan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INDEX idx_status ON orders(status);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EXPLAIN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status = 'Completed';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orders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SQL-174: Index Scan vs Table Scan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Index Scan vs Table Scan?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Index Scan vs Table Scan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Index Scan vs Table Scan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SQL-174: Index Scan vs Table Scan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Index Scan vs Table Scan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status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2024-02-01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Shipped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INDEX idx_status ON orders(status);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EXPLAIN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status = 'Completed';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SQL-174: Index Scan vs Table Scan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Index Scan vs Table Scan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Index scan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INDEX idx_status ON orders(status);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EXPLAIN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status = 'Completed';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SQL-174: Index Scan vs Table Scan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SQL-174: Index Scan vs Table 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Index Scan vs Table Scan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SQL-174: Index Scan vs Table Scan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C9D4E5"/>
                </a:solidFill>
                <a:latin typeface="Consolas"/>
              </a:rPr>
              <a:t>Create an index on status: </a:t>
            </a:r>
            <a:r>
              <a:rPr sz="900">
                <a:solidFill>
                  <a:srgbClr val="C9D4E5"/>
                </a:solidFill>
                <a:latin typeface="Consolas"/>
              </a:rPr>
              <a:t>CREATE INDEX idx_status ON orders(status)</a:t>
            </a:r>
            <a:r>
              <a:rPr sz="1100">
                <a:solidFill>
                  <a:srgbClr val="C9D4E5"/>
                </a:solidFill>
                <a:latin typeface="MiSans"/>
              </a:rPr>
              <a:t>. Then EXPLAIN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orders WHERE status = 'Completed'</a:t>
            </a:r>
            <a:r>
              <a:rPr sz="1100">
                <a:solidFill>
                  <a:srgbClr val="C9D4E5"/>
                </a:solidFill>
                <a:latin typeface="MiSans"/>
              </a:rPr>
              <a:t>. Now MySQL uses the index (type = ref or index).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C9D4E5"/>
                </a:solidFill>
                <a:latin typeface="Consolas"/>
              </a:rPr>
              <a:t>Create an index on order_date. Write EXPLAIN for a range query: </a:t>
            </a:r>
            <a:r>
              <a:rPr sz="900">
                <a:solidFill>
                  <a:srgbClr val="C9D4E5"/>
                </a:solidFill>
                <a:latin typeface="Consolas"/>
              </a:rPr>
              <a:t>WHERE order_date BETWEEN '2024-01-01' AND '2024-03-31'</a:t>
            </a:r>
            <a:r>
              <a:rPr sz="1100">
                <a:solidFill>
                  <a:srgbClr val="C9D4E5"/>
                </a:solidFill>
                <a:latin typeface="MiSans"/>
              </a:rPr>
              <a:t>. Observe type = range with key = idx_date.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After creating indexes on customer_id and status, run EXPLAIN on: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orders WHERE customer_id = 1 AND status = 'Completed'</a:t>
            </a:r>
            <a:r>
              <a:rPr sz="1100">
                <a:solidFill>
                  <a:srgbClr val="C9D4E5"/>
                </a:solidFill>
                <a:latin typeface="MiSans"/>
              </a:rPr>
              <a:t>. Observe that MySQL uses the most selective index.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Compare full scan vs index scan performance conceptually: For 1 million rows, scanning ALL rows takes O(n) operations. An index scan on status (4 values) takes O(log n + result_rows). Write a query demonstrating each case with EXPLAIN.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SQL-174: Index Scan vs Table 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