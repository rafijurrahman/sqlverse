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SQL-156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Latest Record per Group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region ORDER BY sale_date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= 1;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Latest Record per Group?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Latest Record per Group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Latest Record per Group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Latest Record per Group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region ORDER BY sale_date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= 1;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Latest Record per Group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Latest record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( SELECT *, ROW_NUMBER() OVER (PARTITION BY region ORDER BY sale_date DESC) AS rn FROM sales ) AS 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rn = 1;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2024-04-08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2024-04-15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2024-03-10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Latest Record per Group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latest (most recent) sale per region:
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(SELECT *, ROW_NUMBER() OVER (PARTITION BY region ORDER BY sale_date DESC) AS rn FROM sales) AS r WHERE rn = 1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latest sale per product:
ROW_NUMBER() OVER (PARTITION BY product </a:t>
            </a:r>
            <a:r>
              <a:rPr sz="900">
                <a:solidFill>
                  <a:srgbClr val="C9D4E5"/>
                </a:solidFill>
                <a:latin typeface="Consolas"/>
              </a:rPr>
              <a:t>ORDER BY sale_date DESC) = 1</a:t>
            </a:r>
            <a:r>
              <a:rPr sz="1100">
                <a:solidFill>
                  <a:srgbClr val="C9D4E5"/>
                </a:solidFill>
                <a:latin typeface="MiSans"/>
              </a:rPr>
              <a:t>.
Display product, sale_date, revenue for the most recent sale of each product.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inventory system needs the last recorded revenue for each product to set a reference price.
Use LAST_VALUE or ROW_NUMBER to find the most recent sale per product. Display: product, latest sale date, and latest revenue.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find the most recent sale for each category, then compare it to the first sale in that category:
Use FIRST_VALUE and ROW_NUMBER together. Display: category, first_sale_date, first_revenue, latest_date, latest_revenue.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SQL-156: Latest Record per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