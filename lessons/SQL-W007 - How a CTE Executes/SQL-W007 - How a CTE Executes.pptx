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SQL-W007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a CTE Executes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step-by-step query execution flow of How a CTE Executes.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How a CTE Executes.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cte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total_revenue &gt; 10000;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Process operations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SQL-W007: How a CTE Executes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How a CTE Executes?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Workflow analysis explains the sequence of internal database operations for How a CTE Executes.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database execution flow helps diagnose syntax errors and optimize speed.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Analyze workflows when writing complex queries or debugging execution paths.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How a CTE Executes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output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How a CTE Executes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SQL-W007: How a CTE Executes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How a CTE Executes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cte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total_revenue &gt; 10000;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SQL-W007: How a CTE Executes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a CTE Executes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CTE execution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cte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total_revenue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total_revenue &gt; 10000;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total_revenue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16700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13500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SQL-W007: How a CTE Executes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SELECT before FROM and expecting SELECT first.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aggregated values inside the WHERE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logical execution order matches written syntax.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query clauses out of logical order.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Confusing physical execution paths with syntax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optimizer statistics.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Understand that FROM runs first to load source tables.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WHERE to filter rows, GROUP BY to aggregate.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Trace execution steps sequentially in memory.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Structure queries to match logical execution flow.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clauses: FROM -&gt; JOIN -&gt; WHERE -&gt; GROUP -&gt;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complex workflow steps in comments.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SQL-W007: How a CTE Executes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Logical order differs from written syntax.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Database executes step-by-step in memory.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Indexes speed up workflow stages.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Debug logic at each step.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SQL-W007: How a CTE Executes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simple CTE and trace: the CTE definition runs first (like a subquery), then the outer </a:t>
            </a:r>
            <a:r>
              <a:rPr sz="900">
                <a:solidFill>
                  <a:srgbClr val="C9D4E5"/>
                </a:solidFill>
                <a:latin typeface="Consolas"/>
              </a:rPr>
              <a:t>SELECT uses the result</a:t>
            </a:r>
            <a:r>
              <a:rPr sz="1100">
                <a:solidFill>
                  <a:srgbClr val="C9D4E5"/>
                </a:solidFill>
                <a:latin typeface="MiSans"/>
              </a:rPr>
              <a:t>.
Show: </a:t>
            </a:r>
            <a:r>
              <a:rPr sz="900">
                <a:solidFill>
                  <a:srgbClr val="C9D4E5"/>
                </a:solidFill>
                <a:latin typeface="Consolas"/>
              </a:rPr>
              <a:t>WITH cte AS (</a:t>
            </a:r>
            <a:r>
              <a:rPr sz="1100">
                <a:solidFill>
                  <a:srgbClr val="C9D4E5"/>
                </a:solidFill>
                <a:latin typeface="MiSans"/>
              </a:rPr>
              <a:t>...)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cte WHERE condition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two CTEs and trace execution order: both CTEs are defined first, then the outer query uses them.
</a:t>
            </a:r>
            <a:r>
              <a:rPr sz="900">
                <a:solidFill>
                  <a:srgbClr val="C9D4E5"/>
                </a:solidFill>
                <a:latin typeface="Consolas"/>
              </a:rPr>
              <a:t>WITH cte1 AS (</a:t>
            </a:r>
            <a:r>
              <a:rPr sz="1100">
                <a:solidFill>
                  <a:srgbClr val="C9D4E5"/>
                </a:solidFill>
                <a:latin typeface="MiSans"/>
              </a:rPr>
              <a:t>...), cte2 AS (...) </a:t>
            </a:r>
            <a:r>
              <a:rPr sz="900">
                <a:solidFill>
                  <a:srgbClr val="C9D4E5"/>
                </a:solidFill>
                <a:latin typeface="Consolas"/>
              </a:rPr>
              <a:t>SELECT FROM cte1 JOIN cte2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three-step CTE analysis:
Step 1 (CTE): aggregate sales by region.
Step 2 (CTE): filter above-average regions.
Step 3 (outer </a:t>
            </a:r>
            <a:r>
              <a:rPr sz="900">
                <a:solidFill>
                  <a:srgbClr val="C9D4E5"/>
                </a:solidFill>
                <a:latin typeface="Consolas"/>
              </a:rPr>
              <a:t>SELECT): display final results with ranking</a:t>
            </a:r>
            <a:r>
              <a:rPr sz="1100">
                <a:solidFill>
                  <a:srgbClr val="C9D4E5"/>
                </a:solidFill>
                <a:latin typeface="MiSans"/>
              </a:rPr>
              <a:t>.
Trace the execution order in comments.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recursive CTE and trace the anchor member and recursive member execution:
Anchor: returns first row (CEO or first sale).
Recursive: keeps joining until no more rows match.
Termination: when no new rows are added.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SQL-W007: How a CTE Executes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