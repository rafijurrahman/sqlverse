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SQL-115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EXCEPT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EXCEPT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EXCEPT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 DISTINCT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tracking_number NOT IN ( SELECT tracking_number FROM returned_shipments WHERE tracking_number IS NOT NULL 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domestic_shipments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SQL-115: EXCEPT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EXCEPT?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EXCEPT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EXCEPT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EXCEPT when querying datasets that require EXCEPT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EXCEPT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EXCEPT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SQL-115: EXCEPT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EXCEPT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shipment_id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sender_city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receiver_city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Rajshahi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 DISTINCT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tracking_number NOT IN ( SELECT tracking_number FROM returned_shipments WHERE tracking_number IS NOT NULL 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SQL-115: EXCEPT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EXCEPT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EXCEPT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 DISTINCT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tracking_number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tracking_number NOT IN ( SELECT tracking_number FROM returned_shipments WHERE tracking_number IS NOT NULL 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SQL-115: EXCEPT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SQL-115: EXCEPT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EXCEPT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SQL-115: EXCEPT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MySQL uses NOT IN to simulate EXCEPT. Find domestic_shipments that are NOT in returned_shipments: </a:t>
            </a:r>
            <a:r>
              <a:rPr sz="900">
                <a:solidFill>
                  <a:srgbClr val="C9D4E5"/>
                </a:solidFill>
                <a:latin typeface="Consolas"/>
              </a:rPr>
              <a:t>SELECT tracking_number FROM domestic_shipments WHERE tracking_number NOT IN (SELECT tracking_number FROM returned_shipments)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Simulate EXCEPT to find international shipments that were NOT returned: tracking numbers in international but NOT in returned. Display tracking_number, status.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audit team needs to find shipments that were delivered without incident. Use EXCEPT simulation: all Delivered domestic shipments minus those that later appeared in returned_shipments.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Simulate EXCEPT using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with NULL check: SELECT d</a:t>
            </a:r>
            <a:r>
              <a:rPr sz="1100">
                <a:solidFill>
                  <a:srgbClr val="C9D4E5"/>
                </a:solidFill>
                <a:latin typeface="MiSans"/>
              </a:rPr>
              <a:t>.tracking_number </a:t>
            </a:r>
            <a:r>
              <a:rPr sz="900">
                <a:solidFill>
                  <a:srgbClr val="C9D4E5"/>
                </a:solidFill>
                <a:latin typeface="Consolas"/>
              </a:rPr>
              <a:t>FROM domestic_shipments d LEFT JOIN returned_shipments r ON d</a:t>
            </a:r>
            <a:r>
              <a:rPr sz="1100">
                <a:solidFill>
                  <a:srgbClr val="C9D4E5"/>
                </a:solidFill>
                <a:latin typeface="MiSans"/>
              </a:rPr>
              <a:t>.tracking_number = r.tracking_number </a:t>
            </a:r>
            <a:r>
              <a:rPr sz="900">
                <a:solidFill>
                  <a:srgbClr val="C9D4E5"/>
                </a:solidFill>
                <a:latin typeface="Consolas"/>
              </a:rPr>
              <a:t>WHERE r</a:t>
            </a:r>
            <a:r>
              <a:rPr sz="1100">
                <a:solidFill>
                  <a:srgbClr val="C9D4E5"/>
                </a:solidFill>
                <a:latin typeface="MiSans"/>
              </a:rPr>
              <a:t>.tracking_number IS NULL. Compare with NOT IN 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SQL-115: EXCEPT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