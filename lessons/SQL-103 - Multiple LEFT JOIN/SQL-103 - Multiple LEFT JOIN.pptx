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SQL-103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Multiple LEFT JOIN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Filter rows matching values inside a set list.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IN is a comparison operator that checks if a column value matches any element in a list.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c.customer_id,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c.first_name,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c.last_name,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o.order_id,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r.review_id,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r.rating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 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LEFT JOIN orders o ON c.customer_id = o.customer_id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LEFT JOIN reviews r ON o.order_id = r.order_id;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customers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SQL-103: Multiple LEFT JOIN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Multiple LEFT JOIN?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IN is a comparison operator that checks if a column value matches any element in a list.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It replaces multiple OR conditions, keeping the SQL clean, readable, and highly maintainable.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Use IN when comparing a column to a set list of states, categories, or IDs.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Multiple LEFT JOIN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Multiple LEFT JOIN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SQL-103: Multiple LEFT JOIN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Multiple LEFT JOIN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email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Uddin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rahim@shop.com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fatema@shop.com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karim@shop.com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c.customer_id,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c.first_name,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c.last_name,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o.order_id,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r.review_id,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r.rating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 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LEFT JOIN orders o ON c.customer_id = o.customer_id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LEFT JOIN reviews r ON o.order_id = r.order_id;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SQL-103: Multiple LEFT JOIN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Multiple LEFT JOIN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Multiple left joins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c.customer_id,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c.first_name,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c.last_name,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o.order_id,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r.review_id,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r.rating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 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LEFT JOIN orders o ON c.customer_id = o.customer_id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LEFT JOIN reviews r ON o.order_id = r.order_id;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Uddin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Uddin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Fatema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SQL-103: Multiple LEFT JOIN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multiple OR statements instead of the IN operator.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that BETWEEN is inclusive of boundaries.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Matching empty strings or NULL values using IN.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Hardcoding very long list values inside the IN clause.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BETWEEN with incompatible date string formats.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Combining IN with NOT without explicit parentheses.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Replace long OR lists with a clean IN condition.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range boundaries before applying BETWEEN.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Ensure IN lists are sorted or indexed for speed.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Format IN list elements on new lines if very long.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BETWEEN for numeric, date, and time ranges.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execution paths for subqueries inside 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SQL-103: Multiple LEFT JOIN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Multiple LEFT JOIN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SQL-103: Multiple LEFT JOIN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LEFT </a:t>
            </a:r>
            <a:r>
              <a:rPr sz="900">
                <a:solidFill>
                  <a:srgbClr val="C9D4E5"/>
                </a:solidFill>
                <a:latin typeface="Consolas"/>
              </a:rPr>
              <a:t>JOIN: customers → orders → reviews</a:t>
            </a:r>
            <a:r>
              <a:rPr sz="1100">
                <a:solidFill>
                  <a:srgbClr val="C9D4E5"/>
                </a:solidFill>
                <a:latin typeface="MiSans"/>
              </a:rPr>
              <a:t>. Show all customers, their orders (if any), and reviews (if any).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find customers who placed orders but have NOT written reviews. Use LEFT </a:t>
            </a:r>
            <a:r>
              <a:rPr sz="900">
                <a:solidFill>
                  <a:srgbClr val="C9D4E5"/>
                </a:solidFill>
                <a:latin typeface="Consolas"/>
              </a:rPr>
              <a:t>JOIN customers → orders, then LEFT JOIN reviews, filter WHERE reviews</a:t>
            </a:r>
            <a:r>
              <a:rPr sz="1100">
                <a:solidFill>
                  <a:srgbClr val="C9D4E5"/>
                </a:solidFill>
                <a:latin typeface="MiSans"/>
              </a:rPr>
              <a:t>.review_id IS NULL.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customer experience team wants a full picture: customer name, number of orders, and number of reviews. Use LEFT JOINs to include all customers even if they have neither. Group by customer.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LEFT </a:t>
            </a:r>
            <a:r>
              <a:rPr sz="900">
                <a:solidFill>
                  <a:srgbClr val="C9D4E5"/>
                </a:solidFill>
                <a:latin typeface="Consolas"/>
              </a:rPr>
              <a:t>JOIN chain: customers → orders → reviews</a:t>
            </a:r>
            <a:r>
              <a:rPr sz="1100">
                <a:solidFill>
                  <a:srgbClr val="C9D4E5"/>
                </a:solidFill>
                <a:latin typeface="MiSans"/>
              </a:rPr>
              <a:t>. Calculate average rating per customer using AVG(rating). Include customers with no reviews (AVG = NULL). Sort by average rating descending.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SQL-103: Multiple LEFT JOIN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