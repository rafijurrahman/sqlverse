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SQL-108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SELF JOIN Business Scenario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e.first_name AS employee_name,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m.first_name AS manager_name,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mm.first_name AS grand_manager_name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 AS 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employees AS m ON e.manager_id = m.employee_id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employees AS mm ON m.manager_id = mm.employee_id;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employees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SQL-108: SELF JOIN Business Scenario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SELF JOIN Business Scenario?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SELF JOIN Business Scenario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SELF JOIN Business Scenario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SQL-108: SELF JOIN Business Scenario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SELF JOIN Business Scenario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job_title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Hossain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CEO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Head of HR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Senior Developer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e.first_name AS employee_name,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m.first_name AS manager_name,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mm.first_name AS grand_manager_name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 AS 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employees AS m ON e.manager_id = m.employee_id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employees AS mm ON m.manager_id = mm.employee_id;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employee_name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SQL-108: SELF JOIN Business Scenario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SELF JOIN Business Scenario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Self join hierarchy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e.first_name AS employee_name,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m.first_name AS manager_name,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mm.first_name AS grand_manager_name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 AS 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employees AS m ON e.manager_id = m.employee_id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employees AS mm ON m.manager_id = mm.employee_id;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employee_name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manager_name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grand_manager_name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SQL-108: SELF JOIN Business Scenario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SQL-108: SELF JOIN Business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SELF JOIN Business Scenario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SQL-108: SELF JOIN Business Scenario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SELF </a:t>
            </a:r>
            <a:r>
              <a:rPr sz="900">
                <a:solidFill>
                  <a:srgbClr val="C9D4E5"/>
                </a:solidFill>
                <a:latin typeface="Consolas"/>
              </a:rPr>
              <a:t>JOIN to display the reporting hierarchy: employee → their manager → their manager's manager (three levels)</a:t>
            </a:r>
            <a:r>
              <a:rPr sz="1100">
                <a:solidFill>
                  <a:srgbClr val="C9D4E5"/>
                </a:solidFill>
                <a:latin typeface="MiSans"/>
              </a:rPr>
              <a:t>. Display employee name, manager name.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SELF </a:t>
            </a:r>
            <a:r>
              <a:rPr sz="900">
                <a:solidFill>
                  <a:srgbClr val="C9D4E5"/>
                </a:solidFill>
                <a:latin typeface="Consolas"/>
              </a:rPr>
              <a:t>JOIN to find all employees who report directly to the HR Head (manager_id = 2)</a:t>
            </a:r>
            <a:r>
              <a:rPr sz="1100">
                <a:solidFill>
                  <a:srgbClr val="C9D4E5"/>
                </a:solidFill>
                <a:latin typeface="MiSans"/>
              </a:rPr>
              <a:t>. Display their name, job_title, and salary.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org structure report needs all managers listed with their direct report count. Write a SELF </a:t>
            </a:r>
            <a:r>
              <a:rPr sz="900">
                <a:solidFill>
                  <a:srgbClr val="C9D4E5"/>
                </a:solidFill>
                <a:latin typeface="Consolas"/>
              </a:rPr>
              <a:t>JOIN, GROUP BY manager, and COUNT direct reports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SELF </a:t>
            </a:r>
            <a:r>
              <a:rPr sz="900">
                <a:solidFill>
                  <a:srgbClr val="C9D4E5"/>
                </a:solidFill>
                <a:latin typeface="Consolas"/>
              </a:rPr>
              <a:t>JOIN to find all "peer" employees — employees who share the same manager</a:t>
            </a:r>
            <a:r>
              <a:rPr sz="1100">
                <a:solidFill>
                  <a:srgbClr val="C9D4E5"/>
                </a:solidFill>
                <a:latin typeface="MiSans"/>
              </a:rPr>
              <a:t>. Display employee name, peer name, and shared manager. Avoid duplicates using e1.employee_id &lt; e2.employee_id.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SQL-108: SELF JOIN Business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