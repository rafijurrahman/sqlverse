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A0BF"/>
                </a:solidFill>
                <a:latin typeface="MiSans"/>
              </a:rPr>
              <a:t>SQL-038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Sans"/>
              </a:rPr>
              <a:t>REVERSE()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D4E5"/>
                </a:solidFill>
                <a:latin typeface="MiSans"/>
              </a:rPr>
              <a:t>Master the REVERSE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REVERSE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REVERSE(first_name) AS "Reversed Name"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employees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SQL-038: REVERSE()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What is REVERSE()?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REVERSE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Understanding REVERSE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Use REVERSE when querying datasets that require REVERSE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REVERSE()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C83D"/>
                </a:solidFill>
                <a:latin typeface="MiSans"/>
              </a:rPr>
              <a:t>TIP:  Always verify performance of REVERSE()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SQL-038: REVERSE()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How Does REVERSE()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342132" cy="1554480"/>
        </p:xfrm>
        <a:graphic>
          <a:graphicData uri="http://schemas.openxmlformats.org/drawingml/2006/table">
            <a:tbl>
              <a:tblPr/>
              <a:tblGrid>
                <a:gridCol w="42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employee_id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employee_code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EMP-001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Arif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Hossain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EMP-002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Sultana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EMP-003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REVERSE(first_name) AS "Reversed Name"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303270" cy="738376"/>
        </p:xfrm>
        <a:graphic>
          <a:graphicData uri="http://schemas.openxmlformats.org/drawingml/2006/table">
            <a:tbl>
              <a:tblPr/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SQL-038: REVERSE()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REVERSE()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Reverse employee code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REVERSE(first_name) AS "Reversed Name"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303270" cy="854964"/>
        </p:xfrm>
        <a:graphic>
          <a:graphicData uri="http://schemas.openxmlformats.org/drawingml/2006/table">
            <a:tbl>
              <a:tblPr/>
              <a:tblGrid>
                <a:gridCol w="89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SQL-038: REVERSE()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SQL-038: REVERSE()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REVERSE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Practice on DB Fiddle</a:t>
            </a:r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View Solution on GitHub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SQL-038: REVERSE()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reverse the first_name of each employee using REVERSE(first_name). Label it "Reversed Name".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reverse the employee_code: REVERSE(employee_code). Display employee_id, employee_code, and the reversed code.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security team uses reversed names as temporary passwords during onboarding. Write a query to display employee_id, first_name, and LOWER(REVERSE(first_name)) as "Temp Password".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check if any first_name is a palindrome: </a:t>
            </a:r>
            <a:r>
              <a:rPr sz="900">
                <a:solidFill>
                  <a:srgbClr val="C9D4E5"/>
                </a:solidFill>
                <a:latin typeface="Consolas"/>
              </a:rPr>
              <a:t>WHERE first_name = REVERSE(first_name)</a:t>
            </a:r>
            <a:r>
              <a:rPr sz="1100">
                <a:solidFill>
                  <a:srgbClr val="C9D4E5"/>
                </a:solidFill>
                <a:latin typeface="MiSans"/>
              </a:rPr>
              <a:t>. Display those employees. If none exist, write the query anyway to demonstrate the concept.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SQL-038: REVERSE()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