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SQL-095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CROSS JOIN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s.store_name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 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CROSS JOIN stores 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SQL-095: CROSS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CROSS JOIN?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CROSS JOIN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CROSS JOIN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SQL-095: CROSS JOIN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CROSS JOIN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price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850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120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s.store_name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 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CROSS JOIN stores 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SQL-095: CROSS JOIN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CROSS JOIN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Cross join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s.store_name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 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CROSS JOIN stores 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store_name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Dhaka Main 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Chittagong 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Sylhet Outlet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SQL-095: CROSS JOIN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SQL-095: CROSS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CROSS JOIN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SQL-095: CROSS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CROSS </a:t>
            </a:r>
            <a:r>
              <a:rPr sz="900">
                <a:solidFill>
                  <a:srgbClr val="C9D4E5"/>
                </a:solidFill>
                <a:latin typeface="Consolas"/>
              </a:rPr>
              <a:t>JOIN between products and stores</a:t>
            </a:r>
            <a:r>
              <a:rPr sz="1100">
                <a:solidFill>
                  <a:srgbClr val="C9D4E5"/>
                </a:solidFill>
                <a:latin typeface="MiSans"/>
              </a:rPr>
              <a:t>. How many rows result from 3 products × 3 stores? Display all combinations.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CROSS </a:t>
            </a:r>
            <a:r>
              <a:rPr sz="900">
                <a:solidFill>
                  <a:srgbClr val="C9D4E5"/>
                </a:solidFill>
                <a:latin typeface="Consolas"/>
              </a:rPr>
              <a:t>JOIN to generate a product-store availability matrix</a:t>
            </a:r>
            <a:r>
              <a:rPr sz="1100">
                <a:solidFill>
                  <a:srgbClr val="C9D4E5"/>
                </a:solidFill>
                <a:latin typeface="MiSans"/>
              </a:rPr>
              <a:t>. Display store_name, product_name, and price for all combinations.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inventory team needs to plan which products should be stocked in which stores. Write a CROSS </a:t>
            </a:r>
            <a:r>
              <a:rPr sz="900">
                <a:solidFill>
                  <a:srgbClr val="C9D4E5"/>
                </a:solidFill>
                <a:latin typeface="Consolas"/>
              </a:rPr>
              <a:t>JOIN between products and stores to generate all possible product-store pairings</a:t>
            </a:r>
            <a:r>
              <a:rPr sz="1100">
                <a:solidFill>
                  <a:srgbClr val="C9D4E5"/>
                </a:solidFill>
                <a:latin typeface="MiSans"/>
              </a:rPr>
              <a:t>. Display store_name, product_name, price, and region.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CROSS </a:t>
            </a:r>
            <a:r>
              <a:rPr sz="900">
                <a:solidFill>
                  <a:srgbClr val="C9D4E5"/>
                </a:solidFill>
                <a:latin typeface="Consolas"/>
              </a:rPr>
              <a:t>JOIN between stores and a manually created list: Write CROSS JOIN with a derived table: SELECT s</a:t>
            </a:r>
            <a:r>
              <a:rPr sz="1100">
                <a:solidFill>
                  <a:srgbClr val="C9D4E5"/>
                </a:solidFill>
                <a:latin typeface="MiSans"/>
              </a:rPr>
              <a:t>.store_name, p.product_name </a:t>
            </a:r>
            <a:r>
              <a:rPr sz="900">
                <a:solidFill>
                  <a:srgbClr val="C9D4E5"/>
                </a:solidFill>
                <a:latin typeface="Consolas"/>
              </a:rPr>
              <a:t>FROM stores s CROSS JOIN products p WHERE p</a:t>
            </a:r>
            <a:r>
              <a:rPr sz="1100">
                <a:solidFill>
                  <a:srgbClr val="C9D4E5"/>
                </a:solidFill>
                <a:latin typeface="MiSans"/>
              </a:rPr>
              <a:t>.category = 'Electronics'. Show only Electronics in all stores.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SQL-095: CROSS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