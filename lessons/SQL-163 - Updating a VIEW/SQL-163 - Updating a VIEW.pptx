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SQL-163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Updating a VIEW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OR REPLACE VIEW high_value_orders AS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total_amount &gt; 5000;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SQL-163: Updating a VIEW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Updating a VIEW?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Updating a VIEW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Updating a VIEW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SQL-163: Updating a VIEW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Updating a VIEW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OR REPLACE VIEW high_value_orders AS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total_amount &gt; 5000;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SQL-163: Updating a VIEW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Updating a VIEW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Update VIEW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OR REPLACE VIEW high_value_orders AS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total_amount &gt; 5000;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SQL-163: Updating a VIEW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SQL-163: Updating a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Updating a VIEW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SQL-163: Updating a VIEW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</a:t>
            </a:r>
            <a:r>
              <a:rPr sz="900">
                <a:solidFill>
                  <a:srgbClr val="C9D4E5"/>
                </a:solidFill>
                <a:latin typeface="Consolas"/>
              </a:rPr>
              <a:t>CREATE OR REPLACE VIEW high_value_orders AS SELECT * FROM orders WHERE total_amount &gt; 5000</a:t>
            </a:r>
            <a:r>
              <a:rPr sz="1100">
                <a:solidFill>
                  <a:srgbClr val="C9D4E5"/>
                </a:solidFill>
                <a:latin typeface="MiSans"/>
              </a:rPr>
              <a:t>. This replaces the old definition.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ALTER VIEW (if supported) or </a:t>
            </a:r>
            <a:r>
              <a:rPr sz="900">
                <a:solidFill>
                  <a:srgbClr val="C9D4E5"/>
                </a:solidFill>
                <a:latin typeface="Consolas"/>
              </a:rPr>
              <a:t>CREATE OR REPLACE VIEW to update a view to add a new column or change the filter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business raised the high-value threshold from 3000 to 5000. Update the view: </a:t>
            </a:r>
            <a:r>
              <a:rPr sz="900">
                <a:solidFill>
                  <a:srgbClr val="C9D4E5"/>
                </a:solidFill>
                <a:latin typeface="Consolas"/>
              </a:rPr>
              <a:t>CREATE OR REPLACE VIEW high_value_orders AS SELECT * FROM orders WHERE total_amount &gt; 5000</a:t>
            </a:r>
            <a:r>
              <a:rPr sz="1100">
                <a:solidFill>
                  <a:srgbClr val="C9D4E5"/>
                </a:solidFill>
                <a:latin typeface="MiSans"/>
              </a:rPr>
              <a:t>. Verify the change.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</a:t>
            </a:r>
            <a:r>
              <a:rPr sz="900">
                <a:solidFill>
                  <a:srgbClr val="C9D4E5"/>
                </a:solidFill>
                <a:latin typeface="Consolas"/>
              </a:rPr>
              <a:t>CREATE OR REPLACE VIEW that adds a computed column: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CREATE OR REPLACE VIEW orders_with_tax AS SELECT *, ROUND(total_amount * 1</a:t>
            </a:r>
            <a:r>
              <a:rPr sz="1100">
                <a:solidFill>
                  <a:srgbClr val="C9D4E5"/>
                </a:solidFill>
                <a:latin typeface="MiSans"/>
              </a:rPr>
              <a:t>.15, 2) AS total_with_tax </a:t>
            </a:r>
            <a:r>
              <a:rPr sz="900">
                <a:solidFill>
                  <a:srgbClr val="C9D4E5"/>
                </a:solidFill>
                <a:latin typeface="Consolas"/>
              </a:rPr>
              <a:t>FROM orders</a:t>
            </a:r>
            <a:r>
              <a:rPr sz="1100">
                <a:solidFill>
                  <a:srgbClr val="C9D4E5"/>
                </a:solidFill>
                <a:latin typeface="MiSans"/>
              </a:rPr>
              <a:t>.
Query the view to show all orders with their tax-inclusive amount.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SQL-163: Updating a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