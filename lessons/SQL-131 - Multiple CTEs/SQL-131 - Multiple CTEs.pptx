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SQL-131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Multiple CTEs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Define clean, reusable query block variables.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 Common Table Expression (CTE) defines a named query block using the WITH clause.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cte1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cte2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AVG(total) AS avg_regional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cte1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cte1, cte2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 &gt; avg_regional;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SQL-131: Multiple CTEs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Multiple CTEs?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 Common Table Expression (CTE) defines a named query block using the WITH clause.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messy, deeply nested subqueries with clean, readable, top-down query steps.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CTEs to structure complex multi-stage queries or implement recursive logic.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Multiple CTEs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Multiple CTEs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SQL-131: Multiple CTEs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Multiple CTEs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cte1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cte2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AVG(total) AS avg_regional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cte1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cte1, cte2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 &gt; avg_regional;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SQL-131: Multiple CTEs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Multiple CTEs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Multiple CTE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cte1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cte2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AVG(total) AS avg_regional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cte1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cte1, cte2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 &gt; avg_regional;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16700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13500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SQL-131: Multiple CTEs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Defining recursive CTEs without an anchor member.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Creating unnecessary CTEs that could be simple JOINs.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Defining duplicate CTE names in the same query.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Nesting multiple CTE declarations without clean blocks.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reference defined CTEs in the main query.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massive query blocks inside a single CTE.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provide a solid base query for recursive CTEs.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CTEs to simplify complex multi-stage workflows.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descriptive, unique names for every CTE block.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the WITH keyword on a separate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each CTE block with proper indentation.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CTEs sequentially from input to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SQL-131: Multiple CTEs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Multiple CTEs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SQL-131: Multiple CTEs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two CTEs:
</a:t>
            </a:r>
            <a:r>
              <a:rPr sz="900">
                <a:solidFill>
                  <a:srgbClr val="C9D4E5"/>
                </a:solidFill>
                <a:latin typeface="Consolas"/>
              </a:rPr>
              <a:t>WITH cte1 AS (SELECT region, SUM(revenue) AS total FROM sales GROUP BY region),</a:t>
            </a:r>
            <a:r>
              <a:rPr sz="1100">
                <a:solidFill>
                  <a:srgbClr val="C9D4E5"/>
                </a:solidFill>
                <a:latin typeface="MiSans"/>
              </a:rPr>
              <a:t>
     cte2 AS (</a:t>
            </a:r>
            <a:r>
              <a:rPr sz="900">
                <a:solidFill>
                  <a:srgbClr val="C9D4E5"/>
                </a:solidFill>
                <a:latin typeface="Consolas"/>
              </a:rPr>
              <a:t>SELECT AVG(total) AS avg_regional FROM cte1)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region, total FROM cte1, cte2 WHERE total &gt; avg_regional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multiple CTEs: first summarize by category, then by region, then join them:
</a:t>
            </a:r>
            <a:r>
              <a:rPr sz="900">
                <a:solidFill>
                  <a:srgbClr val="C9D4E5"/>
                </a:solidFill>
                <a:latin typeface="Consolas"/>
              </a:rPr>
              <a:t>WITH by_category AS (</a:t>
            </a:r>
            <a:r>
              <a:rPr sz="1100">
                <a:solidFill>
                  <a:srgbClr val="C9D4E5"/>
                </a:solidFill>
                <a:latin typeface="MiSans"/>
              </a:rPr>
              <a:t>...), by_region AS (...)
</a:t>
            </a:r>
            <a:r>
              <a:rPr sz="900">
                <a:solidFill>
                  <a:srgbClr val="C9D4E5"/>
                </a:solidFill>
                <a:latin typeface="Consolas"/>
              </a:rPr>
              <a:t>SELECT </a:t>
            </a:r>
            <a:r>
              <a:rPr sz="1100">
                <a:solidFill>
                  <a:srgbClr val="C9D4E5"/>
                </a:solidFill>
                <a:latin typeface="MiSans"/>
              </a:rPr>
              <a:t>... </a:t>
            </a:r>
            <a:r>
              <a:rPr sz="900">
                <a:solidFill>
                  <a:srgbClr val="C9D4E5"/>
                </a:solidFill>
                <a:latin typeface="Consolas"/>
              </a:rPr>
              <a:t>FROM by_category JOIN by_region ON category = region</a:t>
            </a:r>
            <a:r>
              <a:rPr sz="1100">
                <a:solidFill>
                  <a:srgbClr val="C9D4E5"/>
                </a:solidFill>
                <a:latin typeface="MiSans"/>
              </a:rPr>
              <a:t>. (Adapt to match data.)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two CTEs: one for high-revenue sales (above average), one for low-revenue sales (below average).
Then </a:t>
            </a:r>
            <a:r>
              <a:rPr sz="900">
                <a:solidFill>
                  <a:srgbClr val="C9D4E5"/>
                </a:solidFill>
                <a:latin typeface="Consolas"/>
              </a:rPr>
              <a:t>SELECT from each CTE to compare counts and totals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three chained CTEs:
CTE 1: calculate monthly revenue.
CTE 2: calculate running total from CTE 1.
CTE 3: calculate month-over-month growth from CTE 2.
Finally </a:t>
            </a:r>
            <a:r>
              <a:rPr sz="900">
                <a:solidFill>
                  <a:srgbClr val="C9D4E5"/>
                </a:solidFill>
                <a:latin typeface="Consolas"/>
              </a:rPr>
              <a:t>SELECT the full report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SQL-131: Multiple CTEs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