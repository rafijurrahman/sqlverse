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SQL-177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Optimizing GROUP BY Queries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COUNT(order_id) AS completed_orders,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SUM(total_amount) AS total_spent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SQL-177: Optimizing GROUP BY Queries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Optimizing GROUP BY Queries?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Optimizing GROUP BY Queries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Optimizing GROUP BY Queries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SQL-177: Optimizing GROUP BY Queries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Optimizing GROUP BY Queries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COUNT(order_id) AS completed_orders,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SUM(total_amount) AS total_spent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SQL-177: Optimizing GROUP BY Queries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Optimizing GROUP BY Queries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Optimize GROUP BY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COUNT(order_id) AS completed_orders,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SUM(total_amount) AS total_spent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completed_orders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total_spent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5300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SQL-177: Optimizing GROUP BY Queries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SQL-177: Optimizing GROUP BY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Optimizing GROUP BY Queries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SQL-177: Optimizing GROUP BY Queries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optimized </a:t>
            </a:r>
            <a:r>
              <a:rPr sz="900">
                <a:solidFill>
                  <a:srgbClr val="C9D4E5"/>
                </a:solidFill>
                <a:latin typeface="Consolas"/>
              </a:rPr>
              <a:t>GROUP BY: filter BEFORE grouping with WHERE to reduce the dataset: WHERE status = 'Completed' GROUP BY customer_id</a:t>
            </a:r>
            <a:r>
              <a:rPr sz="1100">
                <a:solidFill>
                  <a:srgbClr val="C9D4E5"/>
                </a:solidFill>
                <a:latin typeface="MiSans"/>
              </a:rPr>
              <a:t>. This is faster than grouping all rows then filtering.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an index on status. Then: </a:t>
            </a:r>
            <a:r>
              <a:rPr sz="900">
                <a:solidFill>
                  <a:srgbClr val="C9D4E5"/>
                </a:solidFill>
                <a:latin typeface="Consolas"/>
              </a:rPr>
              <a:t>SELECT status, COUNT(*) FROM orders GROUP BY status</a:t>
            </a:r>
            <a:r>
              <a:rPr sz="1100">
                <a:solidFill>
                  <a:srgbClr val="C9D4E5"/>
                </a:solidFill>
                <a:latin typeface="MiSans"/>
              </a:rPr>
              <a:t>. With the index, MySQL can use a "loose index scan" for </a:t>
            </a:r>
            <a:r>
              <a:rPr sz="900">
                <a:solidFill>
                  <a:srgbClr val="C9D4E5"/>
                </a:solidFill>
                <a:latin typeface="Consolas"/>
              </a:rPr>
              <a:t>GROUP BY on indexed columns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monthly revenue query: </a:t>
            </a:r>
            <a:r>
              <a:rPr sz="900">
                <a:solidFill>
                  <a:srgbClr val="C9D4E5"/>
                </a:solidFill>
                <a:latin typeface="Consolas"/>
              </a:rPr>
              <a:t>SELECT MONTH(order_date), SUM(total_amount) FROM orders GROUP BY MONTH(order_date)</a:t>
            </a:r>
            <a:r>
              <a:rPr sz="1100">
                <a:solidFill>
                  <a:srgbClr val="C9D4E5"/>
                </a:solidFill>
                <a:latin typeface="MiSans"/>
              </a:rPr>
              <a:t>. Optimize by filtering to the year first: </a:t>
            </a:r>
            <a:r>
              <a:rPr sz="900">
                <a:solidFill>
                  <a:srgbClr val="C9D4E5"/>
                </a:solidFill>
                <a:latin typeface="Consolas"/>
              </a:rPr>
              <a:t>WHERE order_date BETWEEN '2024-01-01' AND '2024-12-31'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Compare two </a:t>
            </a:r>
            <a:r>
              <a:rPr sz="900">
                <a:solidFill>
                  <a:srgbClr val="C9D4E5"/>
                </a:solidFill>
                <a:latin typeface="Consolas"/>
              </a:rPr>
              <a:t>GROUP BY queries:</a:t>
            </a:r>
            <a:r>
              <a:rPr sz="1100">
                <a:solidFill>
                  <a:srgbClr val="C9D4E5"/>
                </a:solidFill>
                <a:latin typeface="MiSans"/>
              </a:rPr>
              <a:t>
(A) </a:t>
            </a:r>
            <a:r>
              <a:rPr sz="900">
                <a:solidFill>
                  <a:srgbClr val="C9D4E5"/>
                </a:solidFill>
                <a:latin typeface="Consolas"/>
              </a:rPr>
              <a:t>GROUP BY on non-indexed column: GROUP BY total_amount (many unique values)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GROUP BY on indexed, low-cardinality column: GROUP BY status (4 values)</a:t>
            </a:r>
            <a:r>
              <a:rPr sz="1100">
                <a:solidFill>
                  <a:srgbClr val="C9D4E5"/>
                </a:solidFill>
                <a:latin typeface="MiSans"/>
              </a:rPr>
              <a:t>.
Write EXPLAIN for both and observe the difference.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SQL-177: Optimizing GROUP BY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