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CAST() vs CONVERT()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CAST and CONVERT.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CAST and CONVERT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CAST(gpa AS 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CONVERT(gpa, 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CONVERT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SQL-C013: CAST() vs CONVERT()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CAST() vs CONVERT()?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CAST and CONVERT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CAST() vs CONVERT()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CAST() vs CONVERT()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SQL-C013: CAST() vs CONVERT()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CAST() vs CONVERT()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CAST(gpa AS 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CONVERT(gpa, 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SQL-C013: CAST() vs CONVERT()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CAST() vs CONVERT()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CAST vs CONVERT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CAST(gpa AS 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CONVERT(gpa, 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SQL-C013: CAST() vs CONVERT()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SQL-C013: CAST() vs CONVERT()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CAST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CONVERT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SQL-C013: CAST() vs CONVERT()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equivalent queries:
(A) </a:t>
            </a:r>
            <a:r>
              <a:rPr sz="900">
                <a:solidFill>
                  <a:srgbClr val="C9D4E5"/>
                </a:solidFill>
                <a:latin typeface="Consolas"/>
              </a:rPr>
              <a:t>SELECT CAST(gpa AS CHAR) FROM students;</a:t>
            </a:r>
            <a:r>
              <a:rPr sz="1100">
                <a:solidFill>
                  <a:srgbClr val="C9D4E5"/>
                </a:solidFill>
                <a:latin typeface="MiSans"/>
              </a:rPr>
              <a:t>
(B) </a:t>
            </a:r>
            <a:r>
              <a:rPr sz="900">
                <a:solidFill>
                  <a:srgbClr val="C9D4E5"/>
                </a:solidFill>
                <a:latin typeface="Consolas"/>
              </a:rPr>
              <a:t>SELECT CONVERT(gpa, CHAR) FROM students;</a:t>
            </a:r>
            <a:r>
              <a:rPr sz="1100">
                <a:solidFill>
                  <a:srgbClr val="C9D4E5"/>
                </a:solidFill>
                <a:latin typeface="MiSans"/>
              </a:rPr>
              <a:t>
Confirm results are identical.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CAST uses standard SQL syntax; CONVERT uses MySQL syntax. Write a query that converts gpa to DECIMAL(4,2) using both. Show the results side by side.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team needs student IDs as strings for report concatenation. Show CAST(student_id AS CHAR) and CONVERT(student_id, CHAR) as two columns. Confirm they match for all rows.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convert date_of_birth to a formatted year string using CAST(YEAR(date_of_birth) AS CHAR) and CONVERT(YEAR(date_of_birth), CHAR). Display student_code, both versions side by side, and verify they 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SQL-C013: CAST() vs CONVERT()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