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HAVING Common Mistakes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COUNT(*) &gt;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SQL-066: HAVING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What is HAVING Common Mistakes?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HAVING Common Mistakes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HAVING Common Mistakes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SQL-066: HAVING Common Mistakes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HAVING Common Mistakes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COUNT(*) &gt;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SQL-066: HAVING Common Mistakes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HAVING Common Mistakes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HAVING mistakes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COUNT(*) &gt;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SQL-066: HAVING Common Mistakes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SQL-066: HAVING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HAVING Common Mistakes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SQL-066: HAVING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correct query: find categories with more than 3 items sold using </a:t>
            </a:r>
            <a:r>
              <a:rPr sz="900">
                <a:solidFill>
                  <a:srgbClr val="C9D4E5"/>
                </a:solidFill>
                <a:latin typeface="Consolas"/>
              </a:rPr>
              <a:t>HAVING COUNT(*) &gt; 3 (not WHERE COUNT(*) &gt; 3)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that </a:t>
            </a:r>
            <a:r>
              <a:rPr sz="900">
                <a:solidFill>
                  <a:srgbClr val="C9D4E5"/>
                </a:solidFill>
                <a:latin typeface="Consolas"/>
              </a:rPr>
              <a:t>WHERE cannot filter aggregates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correct version of finding stores with total revenue &gt; 5000 using </a:t>
            </a:r>
            <a:r>
              <a:rPr sz="900">
                <a:solidFill>
                  <a:srgbClr val="C9D4E5"/>
                </a:solidFill>
                <a:latin typeface="Consolas"/>
              </a:rPr>
              <a:t>HAVING, not WHERE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analyst wants categories with average price above 500. Write the correct query: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category HAVING AVG(unit_price) &gt; 500</a:t>
            </a:r>
            <a:r>
              <a:rPr sz="1100">
                <a:solidFill>
                  <a:srgbClr val="C9D4E5"/>
                </a:solidFill>
                <a:latin typeface="MiSans"/>
              </a:rPr>
              <a:t>. Do NOT use </a:t>
            </a:r>
            <a:r>
              <a:rPr sz="900">
                <a:solidFill>
                  <a:srgbClr val="C9D4E5"/>
                </a:solidFill>
                <a:latin typeface="Consolas"/>
              </a:rPr>
              <a:t>WHERE AVG(unit_price) &gt; 500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both </a:t>
            </a:r>
            <a:r>
              <a:rPr sz="900">
                <a:solidFill>
                  <a:srgbClr val="C9D4E5"/>
                </a:solidFill>
                <a:latin typeface="Consolas"/>
              </a:rPr>
              <a:t>WHERE and HAVING correctly: WHERE to filter items from 'Dhaka Store' or 'CTG Store', GROUP BY category, HAVING to filter groups where SUM(quantity * unit_price) &gt; 3000</a:t>
            </a:r>
            <a:r>
              <a:rPr sz="1100">
                <a:solidFill>
                  <a:srgbClr val="C9D4E5"/>
                </a:solidFill>
                <a:latin typeface="MiSans"/>
              </a:rPr>
              <a:t>. Demonstrate understanding of which filter goes 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SQL-066: HAVING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