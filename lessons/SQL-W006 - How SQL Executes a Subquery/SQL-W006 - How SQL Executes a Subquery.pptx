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SQL Executes a Subquery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How SQL Executes a Subquery.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How SQL Executes a Subquery.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( SELECT AVG(total_amount) FROM orders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SQL-W006: How SQL Executes a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How SQL Executes a Subquery?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How SQL Executes a Subquery.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How SQL Executes a Subquery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How SQL Executes a Subquery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SQL-W006: How SQL Executes a Subquery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How SQL Executes a Subquery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( SELECT AVG(total_amount) FROM orders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SQL-W006: How SQL Executes a Subquery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SQL Executes a Subquery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Subquery execution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( SELECT AVG(total_amount) FROM orders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2024-01-20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2024-03-20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SQL-W006: How SQL Executes a Subquery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SQL-W006: How SQL Executes a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SQL-W006: How SQL Executes a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simple subquery and trace the execution order:
(1) Inner query executes first: </a:t>
            </a:r>
            <a:r>
              <a:rPr sz="900">
                <a:solidFill>
                  <a:srgbClr val="C9D4E5"/>
                </a:solidFill>
                <a:latin typeface="Consolas"/>
              </a:rPr>
              <a:t>SELECT AVG(total_amount) 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
(2) Outer query uses the result: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[avg result]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FROM subquery and trace: the derived table (subquery in FROM) executes first, then the outer SELECT filters it</a:t>
            </a:r>
            <a:r>
              <a:rPr sz="1100">
                <a:solidFill>
                  <a:srgbClr val="C9D4E5"/>
                </a:solidFill>
                <a:latin typeface="MiSans"/>
              </a:rPr>
              <a:t>.
Show: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customer_id, SUM(total_amount) AS spend FROM orders GROUP BY customer_id) AS sub WHERE spend &gt; 3000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correlated subquery and trace: for each row in the outer query, the inner query runs once with the current row's value.
Show the execution for EXISTS: how it checks each customer against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nested two-level subquery and trace:
Outer -&gt; Middle -&gt; Inner execution order.
Find customers from cities where VIP customers exist:
Innermost: find VIP customer cities. Middle: filter customers by those cities. Outer: add more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SQL-W006: How SQL Executes a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