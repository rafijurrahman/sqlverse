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SQL-C032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Clustered vs Non Clustered Index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Clustered and Non Clustered Index.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Clustered and Non Clustered Index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order_id = 1001;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Non Clustered Index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SQL-C032: Clustered vs Non Clustered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Clustered vs Non Clustered Index?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Clustered and Non Clustered Index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Clustered vs Non Clustered Index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Clustered vs Non Clustered Index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SQL-C032: Clustered vs Non Clustered Index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Clustered vs Non Clustered Index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order_id = 1001;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SQL-C032: Clustered vs Non Clustered Index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Clustered vs Non Clustered Index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Clustered vs Non clustered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order_id = 1001;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SQL-C032: Clustered vs Non Clustered Index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SQL-C032: Clustered vs Non Clustered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Clustered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Non Clustered Index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SQL-C032: Clustered vs Non Clustered Index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Clustered (PRIMARY KEY):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order_id = 1001</a:t>
            </a:r>
            <a:r>
              <a:rPr sz="1100">
                <a:solidFill>
                  <a:srgbClr val="C9D4E5"/>
                </a:solidFill>
                <a:latin typeface="MiSans"/>
              </a:rPr>
              <a:t>.
Non-clustered: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
Write EXPLAIN for both to see the difference.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There can be only ONE clustered index per table (it defines physical order). Multiple non-clustered indexes are allowed.
Create three non-clustered indexes and verify: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on status, order_date, email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Clustered index query (fast):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order_id BETWEEN 1001 AND 1005</a:t>
            </a:r>
            <a:r>
              <a:rPr sz="1100">
                <a:solidFill>
                  <a:srgbClr val="C9D4E5"/>
                </a:solidFill>
                <a:latin typeface="MiSans"/>
              </a:rPr>
              <a:t>.
Non-clustered lookup (still fast with index):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email = 'r@shop</a:t>
            </a:r>
            <a:r>
              <a:rPr sz="1100">
                <a:solidFill>
                  <a:srgbClr val="C9D4E5"/>
                </a:solidFill>
                <a:latin typeface="MiSans"/>
              </a:rPr>
              <a:t>.com'.
Write EXPLAIN for both and compare access methods.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design decision: when would you change the PRIMARY KEY to optimize reads? If queries mostly filter by customer_id, a clustered index on customer_id would be faster. Demonstrate the concept with: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customer_id = 1 ORDER BY order_date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SQL-C032: Clustered vs Non Clustered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