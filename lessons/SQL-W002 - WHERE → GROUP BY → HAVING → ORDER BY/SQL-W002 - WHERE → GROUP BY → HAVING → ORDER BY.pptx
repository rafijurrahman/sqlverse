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WHERE → GROUP BY → HAVING → ORDER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WHERE → GROUP BY → HAVING → ORDER BY.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WHERE → GROUP BY → HAVING → ORDER BY.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WHERE → GROUP BY → HAVING → ORDER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WHERE → GROUP BY → HAVING → ORDER BY.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WHERE → GROUP BY → HAVING → ORDER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WHERE → GROUP BY → HAVING → ORDER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WHERE → GROUP BY → HAVING → ORDER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WHERE → GROUP BY → HAVING → ORDER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Grouping workflow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14850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19000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2420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showing the full pipeline:
</a:t>
            </a:r>
            <a:r>
              <a:rPr sz="900">
                <a:solidFill>
                  <a:srgbClr val="C9D4E5"/>
                </a:solidFill>
                <a:latin typeface="Consolas"/>
              </a:rPr>
              <a:t>FROM order_items → GROUP BY category → SELECT category and total revenue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uses </a:t>
            </a:r>
            <a:r>
              <a:rPr sz="900">
                <a:solidFill>
                  <a:srgbClr val="C9D4E5"/>
                </a:solidFill>
                <a:latin typeface="Consolas"/>
              </a:rPr>
              <a:t>WHERE before GROUP BY:</a:t>
            </a:r>
            <a:r>
              <a:rPr sz="1100">
                <a:solidFill>
                  <a:srgbClr val="C9D4E5"/>
                </a:solidFill>
                <a:latin typeface="MiSans"/>
              </a:rPr>
              <a:t>
(A) Filter: </a:t>
            </a:r>
            <a:r>
              <a:rPr sz="900">
                <a:solidFill>
                  <a:srgbClr val="C9D4E5"/>
                </a:solidFill>
                <a:latin typeface="Consolas"/>
              </a:rPr>
              <a:t>WHERE store = 'Dhaka Store'</a:t>
            </a:r>
            <a:r>
              <a:rPr sz="1100">
                <a:solidFill>
                  <a:srgbClr val="C9D4E5"/>
                </a:solidFill>
                <a:latin typeface="MiSans"/>
              </a:rPr>
              <a:t>
(B) Then: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
(C) Then: </a:t>
            </a:r>
            <a:r>
              <a:rPr sz="900">
                <a:solidFill>
                  <a:srgbClr val="C9D4E5"/>
                </a:solidFill>
                <a:latin typeface="Consolas"/>
              </a:rPr>
              <a:t>SELECT category, SUM(quantity * unit_price) as revenue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Demonstrate the complete ORDER:
</a:t>
            </a:r>
            <a:r>
              <a:rPr sz="900">
                <a:solidFill>
                  <a:srgbClr val="C9D4E5"/>
                </a:solidFill>
                <a:latin typeface="Consolas"/>
              </a:rPr>
              <a:t>FROM → WHERE (store = 'Dhaka Store' OR store = 'CTG Store') → GROUP BY category → HAVING (total revenue &gt; 2000) → SELECT → ORDER BY revenue DESC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applies all 6 clauses in correct execution order: </a:t>
            </a:r>
            <a:r>
              <a:rPr sz="900">
                <a:solidFill>
                  <a:srgbClr val="C9D4E5"/>
                </a:solidFill>
                <a:latin typeface="Consolas"/>
              </a:rPr>
              <a:t>FROM, WHERE, GROUP BY, HAVING, SELECT, ORDER BY</a:t>
            </a:r>
            <a:r>
              <a:rPr sz="1100">
                <a:solidFill>
                  <a:srgbClr val="C9D4E5"/>
                </a:solidFill>
                <a:latin typeface="MiSans"/>
              </a:rPr>
              <a:t>. Filter non-Furniture items, group by category, show groups with revenue &gt; 1000, display category and revenue, sort by revenue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SQL-W002: WHERE → GROUP BY → HAVING →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