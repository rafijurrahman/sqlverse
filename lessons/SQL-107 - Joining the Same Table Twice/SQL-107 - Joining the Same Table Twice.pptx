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SQL-107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Joining the Same Table Twice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e.first_name AS employee_first_name,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e.last_name AS employee_last_name,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m.first_name AS manager_first_name,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m.last_name AS manager_last_name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 AS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employees AS m ON e.manager_id = m.employee_id;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SQL-107: Joining the Same Table Twice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Joining the Same Table Twice?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Joining the Same Table Twice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Joining the Same Table Twice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SQL-107: Joining the Same Table Twice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Joining the Same Table Twice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job_title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CEO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Head of HR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Senior Developer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e.first_name AS employee_first_name,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e.last_name AS employee_last_name,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m.first_name AS manager_first_name,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m.last_name AS manager_last_name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 AS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employees AS m ON e.manager_id = m.employee_id;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SQL-107: Joining the Same Table Twice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Joining the Same Table Twice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Same table twice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e.first_name AS employee_first_name,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e.last_name AS employee_last_name,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m.first_name AS manager_first_name,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m.last_name AS manager_last_name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 AS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employees AS m ON e.manager_id = m.employee_id;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employee_first_name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employee_last_name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SQL-107: Joining the Same Table Twice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SQL-107: Joining the Same Table Twice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Joining the Same Table Twice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SQL-107: Joining the Same Table Twice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JOIN: FROM employees AS e LEFT JOIN employees AS m ON e</a:t>
            </a:r>
            <a:r>
              <a:rPr sz="1100">
                <a:solidFill>
                  <a:srgbClr val="C9D4E5"/>
                </a:solidFill>
                <a:latin typeface="MiSans"/>
              </a:rPr>
              <a:t>.manager_id = m.employee_id. Display all employees with their manager's name (NULL for CEO).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 to show employees grouped under each manager</a:t>
            </a:r>
            <a:r>
              <a:rPr sz="1100">
                <a:solidFill>
                  <a:srgbClr val="C9D4E5"/>
                </a:solidFill>
                <a:latin typeface="MiSans"/>
              </a:rPr>
              <a:t>. Display manager name, employee name, and department.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HR wants a complete org chart. 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 showing each employee's name, their manager's name, and both their salaries</a:t>
            </a:r>
            <a:r>
              <a:rPr sz="1100">
                <a:solidFill>
                  <a:srgbClr val="C9D4E5"/>
                </a:solidFill>
                <a:latin typeface="MiSans"/>
              </a:rPr>
              <a:t>. Include employees with no manager.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 to find all employees who work in the same department as their manager</a:t>
            </a:r>
            <a:r>
              <a:rPr sz="1100">
                <a:solidFill>
                  <a:srgbClr val="C9D4E5"/>
                </a:solidFill>
                <a:latin typeface="MiSans"/>
              </a:rPr>
              <a:t>. Display employee name, manager name, and department.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SQL-107: Joining the Same Table Twice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