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SQL-C007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CURRENT_DATE vs NOW()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CURRENT_DATE and NOW.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CURRENT_DATE and NOW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NOW();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appointments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NOW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SQL-C007: CURRENT_DATE vs NOW()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CURRENT_DATE vs NOW()?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CURRENT_DATE and NOW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CURRENT_DATE vs NOW()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CURRENT_DATE vs NOW()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SQL-C007: CURRENT_DATE vs NOW()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CURRENT_DATE vs NOW()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appointment_id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patient_name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doctor_name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specialty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 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 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Gynecology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Milon Ahmed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Dr. 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Cardiology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NOW();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SQL-C007: CURRENT_DATE vs NOW()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CURRENT_DATE vs NOW()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appointments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CURRENT_DATE vs NOW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CURRENT_DATE,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NOW();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SQL-C007: CURRENT_DATE vs NOW()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SQL-C007: CURRENT_DATE vs NOW()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CURRENT_DATE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NOW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SQL-C007: CURRENT_DATE vs NOW()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CURRENT_DATE and NOW() side by side. Observe the difference in output.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queries:
(A) Find appointments where appointment_date = CURRENT_DATE.
(B) Find appointments where appointment_date &gt;= DATE(NOW()).
Compare the results.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receptionist needs to find today's appointments using both methods. Write:
(A) Using CURRENT_DATE: appointment_date = CURRENT_DATE.
(B) Using NOW(): appointment_date = DATE(NOW()).
Show patient_name and appointment_time.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appointment_id, CURRENT_DATE as "Date Only", NOW() as "DateTime", and the difference: TIMEDIFF(NOW(), CURRENT_DATE) would not work. Instead explain what each function returns and use CURRENT_TIMESTAMP to display the full datetime.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SQL-C007: CURRENT_DATE vs NOW()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