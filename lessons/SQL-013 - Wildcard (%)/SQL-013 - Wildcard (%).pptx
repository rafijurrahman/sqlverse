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SQL-013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Wildcard (%)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Wildcard (%)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Wildcard (%)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first_name LIKE 'R%';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SQL-013: Wildcard (%)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Wildcard (%)?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Wildcard (%)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Wildcard (%)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Wildcard (%) when querying datasets that require Wildcard (%)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Wildcard (%)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Wildcard (%)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SQL-013: Wildcard (%)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Wildcard (%)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Rafiq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Miah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rafiq@shop.com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Ratan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Das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ratan@shop.com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first_name LIKE 'R%';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SQL-013: Wildcard (%)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Wildcard (%)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Starts with pattern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first_name LIKE 'R%';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Rafiq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Miah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Ratan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Das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SQL-013: Wildcard (%)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SQL-013: Wildcard (%)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Wildcard (%)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SQL-013: Wildcard (%)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customers whose first_name starts with 'R'.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customers whose first_name ends with 'a'.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marketing team wants to identify customers from cities that start with 'Dh'. Write a LIKE query with % to find those customers.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customers whose email contains 'shop.com' AND whose first_name starts with either 'R' or 'S'. Hint: Use two separate queries with LIKE and combine your understanding.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SQL-013: Wildcard (%)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