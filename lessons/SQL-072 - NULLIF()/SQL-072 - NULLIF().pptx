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NULLIF()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Handle empty or missing values in tables.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IS NULL checks if a table cell contains no data. It evaluates empty database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account_id,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NULLIF(balance, 0) AS "Balance"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NULLIF()?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IS NULL checks if a table cell contains no data. It evaluates empty database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NULL is not a value or empty string; it is a placeholder for unknown or missing data.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IS NULL or IS NOT NULL to find incomplete forms, missing entries, or unassigned values.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NULLIF()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NULLIF()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NULLIF()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account_id,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NULLIF(balance, 0) AS "Balance"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account_id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NULLIF()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NULL handling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account_id,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NULLIF(balance, 0) AS "Balance"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account_id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Balance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150000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85000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Checking for NULL using the equal operator (= NULL).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NULL equals zero or an empty string ('').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handle NULLs in mathematical equations.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NULL filters using incorrect double negatives.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columns without NULL handling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fields with standard logic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Treat NULL as an unknown value, not a blank cell.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COALESCE() or IFNULL() to replace NULL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NULL comparison checks clearly on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Provide fallback values for calculations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NULL handling rules in the database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NULLIF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apply NULLIF(balance, 0) so that accounts with zero balance return NULL. Display account_id and the result.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ratio of balance to a division, using NULLIF to avoid division by zero: balance / NULLIF(balance, 0). Display account_id and the ratio.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is calculating monthly transaction averages but wants to avoid division-by-zero errors. Use NULLIF(COUNT(*), 0) as the denominator in a revenue calculation.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accounts where NULLIF(balance, 0) IS NULL — these are zero-balance accounts. Display account_number, account_type, and 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SQL-072: NULLIF()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