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SQL-146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FIRST_VALUE()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FIRST_VALUE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FIRST_VALUE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FIRST_VALUE(revenue) OVER (ORDER BY sale_date) AS first_sale_revenue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SQL-146: FIRST_VALUE()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FIRST_VALUE()?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FIRST_VALUE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FIRST_VALUE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FIRST_VALUE when querying datasets that require FIRST_VALUE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FIRST_VALUE()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FIRST_VALUE()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SQL-146: FIRST_VALUE()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FIRST_VALUE()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FIRST_VALUE(revenue) OVER (ORDER BY sale_date) AS first_sale_revenue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SQL-146: FIRST_VALUE()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FIRST_VALUE()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FIRST_VALUE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FIRST_VALUE(revenue) OVER (ORDER BY sale_date) AS first_sale_revenue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SQL-146: FIRST_VALUE()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SQL-146: FIRST_VALUE()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FIRST_VALUE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SQL-146: FIRST_VALUE()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FIRST_VALUE() to show the first (lowest date) sale's revenue alongside each row:
FIRST_VALUE(revenue)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first_sale_revenue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show the first sale within each region:
FIRST_VALUE(revenue) OVER (PARTITION BY region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first_regional_revenue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analytics team wants to compare each sale to the first sale of the year as a baseline.
Display: sale_date, product, revenue, FIRST_VALUE(revenue)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"Baseline Revenue",</a:t>
            </a:r>
            <a:r>
              <a:rPr sz="1100">
                <a:solidFill>
                  <a:srgbClr val="C9D4E5"/>
                </a:solidFill>
                <a:latin typeface="MiSans"/>
              </a:rPr>
              <a:t>
and revenue - FIRST_VALUE(revenue)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"Change from First"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first (chronologically earliest) product sold in each category:
FIRST_VALUE(product) OVER (PARTITION BY category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first_product</a:t>
            </a:r>
            <a:r>
              <a:rPr sz="1100">
                <a:solidFill>
                  <a:srgbClr val="C9D4E5"/>
                </a:solidFill>
                <a:latin typeface="MiSans"/>
              </a:rPr>
              <a:t>.
Display category, sale_date, product, and first_product.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SQL-146: FIRST_VALUE()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