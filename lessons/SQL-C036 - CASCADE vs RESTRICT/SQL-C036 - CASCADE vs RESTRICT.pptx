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CASCADE vs RESTRICT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CASCADE and RESTRICT.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CASCADE and RESTRICT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CREATE TABLE enrollments;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RESTRICT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CASCADE vs RESTRICT?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CASCADE and RESTRICT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CASCADE vs RESTRICT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CASCADE vs RESTRICT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CASCADE vs RESTRICT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CREATE TABLE enrollments;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CASCADE vs RESTRICT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CASCADE vs RESTRICT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SHOW CREATE TABLE enrollments;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CASCADE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RESTRICT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CASCADE: child rows auto-deleted/updated when parent changes.
RESTRICT: prevents parent change if child rows exist.
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see which behavior the enrollments table uses:</a:t>
            </a:r>
            <a:r>
              <a:rPr sz="1100">
                <a:solidFill>
                  <a:srgbClr val="C9D4E5"/>
                </a:solidFill>
                <a:latin typeface="MiSans"/>
              </a:rPr>
              <a:t>
SHOW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enrollments (look for ON DELETE CASCADE and ON DELETE RESTRICT)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RESTRICT conceptually: try to delete a course that has enrollments:
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courses WHERE course_id = 101</a:t>
            </a:r>
            <a:r>
              <a:rPr sz="1100">
                <a:solidFill>
                  <a:srgbClr val="C9D4E5"/>
                </a:solidFill>
                <a:latin typeface="MiSans"/>
              </a:rPr>
              <a:t>.
This should fail with a FK RESTRICT error if courses has ON </a:t>
            </a:r>
            <a:r>
              <a:rPr sz="900">
                <a:solidFill>
                  <a:srgbClr val="C9D4E5"/>
                </a:solidFill>
                <a:latin typeface="Consolas"/>
              </a:rPr>
              <a:t>DELETE RESTRICT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Use CASCADE for parent-child relationships where child data loses meaning without parent (student deleted -&gt; enrollments deleted).
(B) Use RESTRICT for reference data that should not be deleted while in use (course cannot be deleted if students are enrolled).
Write design decisions as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test:
(A) Test CASCADE: delete a student, verify enrollments are gone.
(B) Test RESTRICT: try to delete a course with enrollments (should fail).
Write both </a:t>
            </a:r>
            <a:r>
              <a:rPr sz="900">
                <a:solidFill>
                  <a:srgbClr val="C9D4E5"/>
                </a:solidFill>
                <a:latin typeface="Consolas"/>
              </a:rPr>
              <a:t>DELETE statements and SELECT verifications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SQL-C036: CASCADE vs RESTRICT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