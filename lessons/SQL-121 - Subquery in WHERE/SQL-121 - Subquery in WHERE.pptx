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Subquery in WHERE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Subquery in WHERE?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Subquery in WHERE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Subquery in WHERE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Subquery in WHERE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Subquery in WHERE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WHERE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( SELECT AVG(total_amount) FROM orders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1009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2024-03-20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Subquery in WHERE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WHERE subquery to find all orders with amount above average: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(SELECT AVG(total_amount)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WHERE subquery to find all customers who have placed at least one order: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team wants to find Premium customers who have also placed a Completed order.
Write: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customer_type = 'Premium' AND customer_id IN (SELECT customer_id FROM orders WHERE status = 'Completed')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WHERE subquery to find customers whose total spending (summed across all orders) exceeds 5000: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 GROUP BY customer_id HAVING SUM(total_amount) &gt; 5000)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SQL-121: Subquery in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