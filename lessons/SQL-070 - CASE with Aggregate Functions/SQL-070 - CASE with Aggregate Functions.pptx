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SQL-070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CASE with Aggregate Functions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CASE with Aggregate Functions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CASE with Aggregate Functions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COUNT(CASE WHEN risk_level = 'High' THEN 1 END) AS "High Risk Count",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COUNT(CASE WHEN risk_level = 'Medium' THEN 1 END) AS "Medium Risk Count",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COUNT(CASE WHEN risk_level = 'Low' THEN 1 END) AS "Low Risk Count"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transactions;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SQL-070: CASE with Aggregate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What is CASE with Aggregate Functions?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CASE with Aggregate Functions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CASE with Aggregate Functions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CASE with Aggregate Functions when querying datasets that require CASE with Aggregate Functions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CASE with Aggregate Functions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CASE with Aggregate Functions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SQL-070: CASE with Aggregate Functions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How Does CASE with Aggregate Functions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rahim@bank.com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fatema@bank.com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COUNT(CASE WHEN risk_level = 'High' THEN 1 END) AS "High Risk Count",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COUNT(CASE WHEN risk_level = 'Medium' THEN 1 END) AS "Medium Risk Count",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COUNT(CASE WHEN risk_level = 'Low' THEN 1 END) AS "Low Risk Count"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transactions;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High Risk Count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SQL-070: CASE with Aggregate Functions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CASE with Aggregate Functions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Risk summary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COUNT(CASE WHEN risk_level = 'High' THEN 1 END) AS "High Risk Count",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COUNT(CASE WHEN risk_level = 'Medium' THEN 1 END) AS "Medium Risk Count",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COUNT(CASE WHEN risk_level = 'Low' THEN 1 END) AS "Low Risk Count"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transactions;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High Risk Count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Medium Risk Count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Low Risk Count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SQL-070: CASE with Aggregate Functions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SQL-070: CASE with Aggregate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CASE with Aggregate Functions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SQL-070: CASE with Aggregate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count the number of High, Medium, and Low risk transactions using CASE inside COUNT: COUNT(CASE WHEN risk_level = 'High' THEN 1 END) as "High Risk Count".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total credit and total debit amounts in one row: SUM(CASE WHEN transaction_type = 'Credit' THEN amount ELSE 0 END) as "Total Credits".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risk team needs a pivot summary: For each account_id, show total Credit amount, total Debit amount, and total High-risk transaction amount — all in one row.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count transactions by risk level per account: </a:t>
            </a:r>
            <a:r>
              <a:rPr sz="900">
                <a:solidFill>
                  <a:srgbClr val="C9D4E5"/>
                </a:solidFill>
                <a:latin typeface="Consolas"/>
              </a:rPr>
              <a:t>GROUP BY account_id, and use CASE-based counting for each risk level in separate columns</a:t>
            </a:r>
            <a:r>
              <a:rPr sz="1100">
                <a:solidFill>
                  <a:srgbClr val="C9D4E5"/>
                </a:solidFill>
                <a:latin typeface="MiSans"/>
              </a:rPr>
              <a:t>. Show account_id, high_risk_count, medium_risk_count, low_risk_count.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SQL-070: CASE with Aggregate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