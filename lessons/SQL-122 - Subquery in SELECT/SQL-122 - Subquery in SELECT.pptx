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SQL-122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Subquery in SELECT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o.customer_id = c.customer_id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Subquery in SELECT?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Subquery in SELECT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Subquery in SELECT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Subquery in SELECT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o.customer_id = c.customer_id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Subquery in SELECT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SELECT subquery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orders 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o.customer_id = c.customer_id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 AS order_count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order_count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Selecting all columns with SELECT * in production.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FROM clause or misspelling table names.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Retrieving duplicate rows unnecessarily.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the entire query statement on a single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uppercase and lowercase keywords randomly.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short, cryptic table or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Explicitly name only the columns you actually need.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table names and schemas before querying.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DISTINCT only when duplicate suppression is required.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SELECT and FROM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SQL keywords in UPPERCASE.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column lists cleanly for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Subquery in SELECT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subquery to show each customer's name and the total number of orders they placed: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first_name, (SELECT COUNT(*)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 AS order_count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subquery to display each customer's name and their highest order amount: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first_name, (SELECT MAX(total_amount) FROM orders o WHERE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c.customer_id) AS max_order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CRM needs a customer dashboard. Display: customer name, city, customer_type, and their total spending:
(</a:t>
            </a:r>
            <a:r>
              <a:rPr sz="900">
                <a:solidFill>
                  <a:srgbClr val="C9D4E5"/>
                </a:solidFill>
                <a:latin typeface="Consolas"/>
              </a:rPr>
              <a:t>SELECT SUM(total_amount)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 AS total_spent.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Display each customer with: name, total orders, total spent, and average order value -- all using scalar subqueries in the </a:t>
            </a:r>
            <a:r>
              <a:rPr sz="900">
                <a:solidFill>
                  <a:srgbClr val="C9D4E5"/>
                </a:solidFill>
                <a:latin typeface="Consolas"/>
              </a:rPr>
              <a:t>SELECT clause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SQL-122: Subquery in 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