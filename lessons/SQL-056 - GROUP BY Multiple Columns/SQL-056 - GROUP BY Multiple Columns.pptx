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SQL-056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GROUP BY Multiple Columns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Group rows sharing matching column values.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store,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GROUP BY Multiple Columns?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GROUP BY aggregates detail records into summary rows based on matching values.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You cannot display aggregate summaries alongside detail rows without grouping them.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GROUP BY whenever you need to compute summaries (sum, avg) per category.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GROUP BY Multiple Columns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GROUP BY Multiple Columns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How Does GROUP BY Multiple Columns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store,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GROUP BY Multiple Columns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Sales by store and category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store,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store,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Omitting SELECT columns from the GROUP BY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a primary key or unique key column.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Filtering grouped summaries inside the WHERE clause.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Grouping by column numbers instead of naming fields.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excessively complex grouping expressions.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Sorting grouped details without explicit criteria.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Include all non-aggregated SELECT columns in GROUP BY.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Group by category or dimension columns for reports.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HAVING to filter groups after aggregation.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Keep SELECT list and GROUP BY columns fully aligned.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GROUP BY columns cleanly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Order grouped results using aggregated expressions.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GROUP BY Multiple Columns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group by both store and category. Show the count of items in each group.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total revenue (SUM of quantity * unit_price) grouped by store and category. Sort by store, then by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regional sales director needs a store-by-category breakdown. Display store, category, total quantity, and total revenue. Sort by store, then by total revenue descending.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grouped by store and category showing total revenue, total cost, and gross profit (revenue - cost). Filter to show only store-category combinations where gross profit &gt; 2000.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SQL-056: GROUP BY Multiple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