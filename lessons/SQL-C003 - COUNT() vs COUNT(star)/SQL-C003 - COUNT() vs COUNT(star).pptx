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SQL-C003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COUNT() vs COUNT(star)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COUNT and COUNT(star).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COUNT and COUNT(star)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COUNT(star)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SQL-C003: COUNT() vs COUNT(star)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COUNT() vs COUNT(star)?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COUNT and COUNT(star)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COUNT() vs COUNT(star)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COUNT() vs COUNT(star)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SQL-C003: COUNT() vs COUNT(star)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COUNT() vs COUNT(star)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Pending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SQL-C003: COUNT() vs COUNT(star)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COUNT() vs COUNT(star)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COUNT comparison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SQL-C003: COUNT() vs COUNT(star)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COUNT(col) ignores NULL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SUM() or AVG() on text or varchar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detail columns with aggregates without grouping.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aggregate functions directly inside each other.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aggregate filters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aggregated column outputs without aliases.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COUNT(*) to count all rows including NULLs.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Apply aggregates only on numeric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pair aggregates with a GROUP BY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Assign meaningful aliases (e.g. total_sales) to summaries.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Separate details and aggregates using subqueries.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multiple aggregate functions in the SELECT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SQL-C003: COUNT() vs COUNT(star)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COUNT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COUNT(star)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SQL-C003: COUNT() vs COUNT(star)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queries:
(A) </a:t>
            </a:r>
            <a:r>
              <a:rPr sz="900">
                <a:solidFill>
                  <a:srgbClr val="C9D4E5"/>
                </a:solidFill>
                <a:latin typeface="Consolas"/>
              </a:rPr>
              <a:t>SELECT COUNT(*) FROM orders;</a:t>
            </a:r>
            <a:r>
              <a:rPr sz="1100">
                <a:solidFill>
                  <a:srgbClr val="C9D4E5"/>
                </a:solidFill>
                <a:latin typeface="MiSans"/>
              </a:rPr>
              <a:t>
(B) </a:t>
            </a:r>
            <a:r>
              <a:rPr sz="900">
                <a:solidFill>
                  <a:srgbClr val="C9D4E5"/>
                </a:solidFill>
                <a:latin typeface="Consolas"/>
              </a:rPr>
              <a:t>SELECT COUNT(promo_code) FROM orders;</a:t>
            </a:r>
            <a:r>
              <a:rPr sz="1100">
                <a:solidFill>
                  <a:srgbClr val="C9D4E5"/>
                </a:solidFill>
                <a:latin typeface="MiSans"/>
              </a:rPr>
              <a:t>
Observe and explain why the numbers differ.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the number of orders per status using COUNT(*) and </a:t>
            </a:r>
            <a:r>
              <a:rPr sz="900">
                <a:solidFill>
                  <a:srgbClr val="C9D4E5"/>
                </a:solidFill>
                <a:latin typeface="Consolas"/>
              </a:rPr>
              <a:t>GROUP BY status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marketing team wants to know how many orders used a promo code vs total orders. Write two queries:
(A) Total orders: COUNT(*)
(B) Orders with promo: COUNT(promo_code)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that shows, for each status: total order count using COUNT(*), and orders with promo code using COUNT(promo_code). Group by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SQL-C003: COUNT() vs COUNT(star)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