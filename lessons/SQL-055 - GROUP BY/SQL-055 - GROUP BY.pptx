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SQL-055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GROUP BY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Group rows sharing matching column values.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GROUP BY aggregates detail records into summary rows based on matching values.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SQL-055: GROUP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GROUP BY?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GROUP BY aggregates detail records into summary rows based on matching values.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You cannot display aggregate summaries alongside detail rows without grouping them.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GROUP BY whenever you need to compute summaries (sum, avg) per category.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GROUP BY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GROUP BY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SQL-055: GROUP BY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GROUP BY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SQL-055: GROUP BY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GROUP BY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Sales by category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COUNT(*)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8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SQL-055: GROUP BY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Omitting SELECT columns from the GROUP BY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Grouping by a primary key or unique key column.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grouped summaries inside the WHERE clause.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Grouping by column numbers instead of naming fields.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excessively complex grouping expressions.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Sorting grouped details without explicit criteria.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Include all non-aggregated SELECT columns in GROUP BY.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 by category or dimension columns for reports.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HAVING to filter groups after aggregation.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Keep SELECT list and GROUP BY columns fully aligned.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GROUP BY columns cleanly on separate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grouped results using aggregated expressions.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SQL-055: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GROUP BY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SQL-055: GROUP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count the total number of items sold per category using COUNT(*) and </a:t>
            </a:r>
            <a:r>
              <a:rPr sz="900">
                <a:solidFill>
                  <a:srgbClr val="C9D4E5"/>
                </a:solidFill>
                <a:latin typeface="Consolas"/>
              </a:rPr>
              <a:t>GROUP BY category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total revenue per category: SUM(quantity * unit_price) as "Total Revenue". Group by category.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Management wants a category performance report. For each category, calculate total quantity sold, total revenue, and total cost. Sort by total revenue descending.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the profit margin per category: SUM(quantity * (unit_price - cost_price)) / SUM(quantity * unit_price) * 100 as "Profit Margin %". Round to 2 decimal places. Sort descending.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SQL-055: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