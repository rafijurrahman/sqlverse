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SQL-097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INNER JOIN with WHERE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o.status = 'Completed';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SQL-097: INNER JOIN with WHERE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INNER JOIN with WHERE?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INNER JOIN with WHERE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INNER JOIN with WHERE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SQL-097: INNER JOIN with WHERE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INNER JOIN with WHERE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o.status = 'Completed';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SQL-097: INNER JOIN with WHERE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INNER JOIN with WHERE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Join with filter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o.status = 'Completed';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SQL-097: INNER JOIN with WHERE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Comparing NULL values using standard equality (=).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assignment (=) instead of LIKE for partial matches.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multiple filter conditions without parentheses.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Placing all filters on a single long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single quotes around text values.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on columns without indexing on large tables.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use IS NULL or IS NOT NULL for empty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LIKE with wildcards for partial text searches.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parenthetical groupings for compound filters.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each condition on a separate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Capitalize logical operators (AND, OR, NOT).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Utilize indexed columns to speed up row filtering.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SQL-097: INNER JOIN with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INNER JOIN with WHERE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SQL-097: INNER JOIN with WHERE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customers and orders, then filter WHERE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JOIN filtering for orders from January 2024: WHERE order_date BETWEEN '2024-01-01' AND '2024-01-31'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sales team wants completed orders from Dhaka customers. Write: </a:t>
            </a:r>
            <a:r>
              <a:rPr sz="900">
                <a:solidFill>
                  <a:srgbClr val="C9D4E5"/>
                </a:solidFill>
                <a:latin typeface="Consolas"/>
              </a:rPr>
              <a:t>JOIN customers and orders, WHERE city = 'Dhaka' AND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 Show customer name, order_id, and total_amount.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JOIN with multiple WHERE conditions: customers in 'Dhaka' or 'Chittagong', orders with total_amount &gt; 2000,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 Sort by total_amount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SQL-097: INNER JOIN with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