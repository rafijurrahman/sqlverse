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Nested Subquery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Nest a query inside another SQL statement.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subquery is a nested SELECT query executed inside a parent query clause.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IN ( SELECT city FROM customers GROUP BY city HAVING COUNT(*) &gt; 2 );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SQL-124: Nested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Nested Subquery?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subquery is a nested SELECT query executed inside a parent query clause.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computing dynamic comparison limits, such as finding values above average.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subqueries when filtering values that depend on another query's output.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Nested Subquery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Nested Subquery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SQL-124: Nested Subquery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Nested Subquery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IN ( SELECT city FROM customers GROUP BY city HAVING COUNT(*) &gt; 2 );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SQL-124: Nested Subquery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Nested Subquery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Nested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IN ( SELECT city FROM customers GROUP BY city HAVING COUNT(*) &gt; 2 );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Tania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SQL-124: Nested Subquery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correlated subqueries that run for every single row.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subqueries in SELECT must return one value.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subqueries too deeply (makes SQL unreadable).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multiple nested subqueries in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performance bottlenecks caused by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subqueries without clear formatting.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JOINs or CTEs instead of correlated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scalar subqueries return exactly one row and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subquery logic clean, simple, and self-contained.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subqueries cleanly inside parentheses.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CTEs to break down complex nested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the purpose of nested lookups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SQL-124: Nested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Nested Subquery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SQL-124: Nested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nested (two-level) subquery to find customers from cities that have more than 2 customers:
</a:t>
            </a:r>
            <a:r>
              <a:rPr sz="900">
                <a:solidFill>
                  <a:srgbClr val="C9D4E5"/>
                </a:solidFill>
                <a:latin typeface="Consolas"/>
              </a:rPr>
              <a:t>WHERE city IN (SELECT city FROM customers GROUP BY city HAVING COUNT(*) &gt; 2)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two-level nested subquery: find orders from customers who are Premium type:
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customer_id IN (SELECT customer_id FROM customers WHERE customer_type IN (SELECT customer_type FROM customers WHERE city = 'Dhaka' GROUP BY customer_type HAVING COUNT(*) &gt; 1))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the customers who placed orders above the average order amount of Premium customers:
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&gt; (SELECT AVG(total_amount) FROM orders WHERE customer_id IN (SELECT customer_id FROM customers WHERE customer_type = 'Premium'))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three-level nested subquery: find customers whose city has at least one VIP customer AND who have placed at least one order:
</a:t>
            </a:r>
            <a:r>
              <a:rPr sz="900">
                <a:solidFill>
                  <a:srgbClr val="C9D4E5"/>
                </a:solidFill>
                <a:latin typeface="Consolas"/>
              </a:rPr>
              <a:t>WHERE city IN (SELECT city FROM customers WHERE customer_type = 'VIP')</a:t>
            </a:r>
            <a:r>
              <a:rPr sz="1100">
                <a:solidFill>
                  <a:srgbClr val="C9D4E5"/>
                </a:solidFill>
                <a:latin typeface="MiSans"/>
              </a:rPr>
              <a:t>
AND customer_id IN (</a:t>
            </a:r>
            <a:r>
              <a:rPr sz="900">
                <a:solidFill>
                  <a:srgbClr val="C9D4E5"/>
                </a:solidFill>
                <a:latin typeface="Consolas"/>
              </a:rPr>
              <a:t>SELECT customer_id FROM orders WHERE total_amount &gt; 5000)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SQL-124: Nested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