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SQL-188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NOT NULL Constraint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Exclude rows matching a specific condition.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IS NULL OR last_name IS NULL OR email IS NULL;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NOT NULL Constraint?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NOT is a negation operator that reverses the truth value of a query filter condition.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is much easier to specify what to exclude than listing every single allowed value.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NOT to exclude inactive records, zero stock items, or specific exception groups.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NOT NULL Constraint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NOT NULL Constraint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NOT NULL Constraint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IS NULL OR last_name IS NULL OR email IS NULL;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NOT NULL Constraint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ON DELETE CASCADE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first_name IS NULL OR last_name IS NULL OR email IS NULL;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NOT NULL Constraint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verify there are no NULL values in the required columns (first_name, last_name, email).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course_materials where material_name and upload_date are NOT NULL, but description is nullable.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which columns in the students table allow NULL values and write a query to find students who have not provided a phone number.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an </a:t>
            </a:r>
            <a:r>
              <a:rPr sz="900">
                <a:solidFill>
                  <a:srgbClr val="C9D4E5"/>
                </a:solidFill>
                <a:latin typeface="Consolas"/>
              </a:rPr>
              <a:t>INSERT statement that deliberately tries to insert a NULL value into a NOT NULL column and explain the expected database behavior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SQL-188: NOT NULL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