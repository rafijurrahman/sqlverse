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POSITION()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POSITION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POSITION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POSITION()?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POSITION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POSITION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POSITION when querying datasets that require POSITION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POSITION()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POSITION()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POSITION()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POSITION()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Position of text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POSITION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position of '@' in each employee's email using POSITION('@' IN email). Label it "At Position".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position of '.' in each first_name. Label it "Dot Position" (most names won't have a dot, returning 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IT needs to extract the domain from emails. Use POSITION('@' IN email) to determine where the domain starts. Display employee_id, email, and POSITION('@' IN email) as "Domain Start".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username from email using SUBSTRING and POSITION: SUBSTRING(email, 1, POSITION('@' IN email) - 1) as "Username". Display employee_id and username.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SQL-039: POSITION()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