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SQL-071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COALESCE()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COALESCE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COALESCE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COALESCE(email, 'No Email Provided') AS "Email"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SQL-071: COALESCE()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COALESCE()?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COALESCE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COALESCE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COALESCE when querying datasets that require COALESCE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COALESCE()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COALESCE()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SQL-071: COALESCE()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COALESCE()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rahim@bank.com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fatema@bank.com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COALESCE(email, 'No Email Provided') AS "Email"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SQL-071: COALESCE()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COALESCE()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Missing email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COALESCE(email, 'No Email Provided') AS "Email"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rahim@bank.com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fatema@bank.com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No Email Provided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SQL-071: COALESCE()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SQL-071: COALESCE()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COALESCE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SQL-071: COALESCE()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each customer's email using COALESCE(email, 'No Email Provided'). Show customer_id and the result.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each customer's best contact: COALESCE(email, phone, 'No Contact') as "Best Contact".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bank's communication system needs a primary contact for each customer. Use COALESCE to show the first available from: email, then phone. Label it "Primary Contact". Display customer_id, first_name, and primary contact.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use COALESCE to handle both NULL email and NULL phone: COALESCE(CONCAT('Email: ', email), CONCAT('Phone: ', phone), 'No Contact Available') as "Contact Info". Display all customer details.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SQL-071: COALESCE()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