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FLOOR()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FLOOR(price)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SQL-024: FLOOR()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FLOOR()?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FLOOR()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FLOOR()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SQL-024: FLOOR()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FLOOR()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849.5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1199.99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Desk Lamp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Philips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649.75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FLOOR(price)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FLOOR(price)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849.0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1199.0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649.0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SQL-024: FLOOR()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FLOOR()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Rounded down prices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FLOOR(price)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FLOOR(price)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849.0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1199.0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649.0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SQL-024: FLOOR()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SQL-024: FLOOR()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FLOOR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SQL-024: FLOOR()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each product's price rounded DOWN to the nearest integer using FLOOR(price).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tax amount per product (price * tax_pct / 100) and apply FLOOR() to round it down. Label it "Floor Tax Amount".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warehouse system uses floor values for package quantity calculations. Write a query to display product_name, price, and FLOOR(price / 100) as "Hundred Units", which represents how many 100-unit value blocks the price occupies.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price after tax: price + (price * tax_pct / 100). Apply FLOOR() to the result. Display product_name, price, tax_pct, and "Price After Tax (Floored)". Sort by result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SQL-024: FLOOR()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