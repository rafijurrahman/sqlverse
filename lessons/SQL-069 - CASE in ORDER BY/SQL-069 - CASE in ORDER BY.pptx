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CASE in ORDER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CASE WHEN status = 'Active' THEN 1 WHEN status = 'Frozen' THEN 2 WHEN status = 'Inactive' THEN 3 ELSE 4 END;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CASE in ORDER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CASE in ORDER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CASE in ORDER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CASE in ORDER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fatema@bank.com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CASE WHEN status = 'Active' THEN 1 WHEN status = 'Frozen' THEN 2 WHEN status = 'Inactive' THEN 3 ELSE 4 END;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account_id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CASE in ORDER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CASE sorting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accounts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CASE WHEN status = 'Active' THEN 1 WHEN status = 'Frozen' THEN 2 WHEN status = 'Inactive' THEN 3 ELSE 4 END;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account_id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account_number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ACC-1001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ACC-1002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104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ACC-1004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huge datasets on unindexed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column position numbers instead of names in ORDER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sorting is automatic without an ORDER BY.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by multiple columns randomly without 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sort fields with different case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ORDER BY before WHERE or GROUP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columns that are frequently used for sorting.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specify explicit names of sorting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ASC or DESC explicitly for clarity.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ORDER BY as the final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multi-column sort criteria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sort keys utilize index pathways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CASE in ORDER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sort accounts: Active first, then Frozen, then Inactive, using CASE in </a:t>
            </a:r>
            <a:r>
              <a:rPr sz="900">
                <a:solidFill>
                  <a:srgbClr val="C9D4E5"/>
                </a:solidFill>
                <a:latin typeface="Consolas"/>
              </a:rPr>
              <a:t>ORDER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sort transactions by priority: High risk first, Medium second, Low last. Use CASE in </a:t>
            </a:r>
            <a:r>
              <a:rPr sz="900">
                <a:solidFill>
                  <a:srgbClr val="C9D4E5"/>
                </a:solidFill>
                <a:latin typeface="Consolas"/>
              </a:rPr>
              <a:t>ORDER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bank wants to review accounts in priority order: Frozen accounts first (need immediate attention), then Inactive, then Active. Write the query using CASE in </a:t>
            </a:r>
            <a:r>
              <a:rPr sz="900">
                <a:solidFill>
                  <a:srgbClr val="C9D4E5"/>
                </a:solidFill>
                <a:latin typeface="Consolas"/>
              </a:rPr>
              <a:t>ORDER BY.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sort accounts by a combination: first by status priority (Frozen first), then by balance descending within each status group. Display account_number, status, and 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SQL-069: CASE in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