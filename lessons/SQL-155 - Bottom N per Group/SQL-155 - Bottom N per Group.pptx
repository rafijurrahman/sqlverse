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SQL-155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Bottom N per Group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Bottom N per Group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Bottom N per Group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(ORDER BY revenue ASC)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&lt;= 3;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SQL-155: Bottom N per Group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Bottom N per Group?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Bottom N per Group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Bottom N per Group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Bottom N per Group when querying datasets that require Bottom N per Group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Bottom N per Group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Bottom N per Group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SQL-155: Bottom N per Group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Bottom N per Group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(ORDER BY revenue ASC)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&lt;= 3;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7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SQL-155: Bottom N per Group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Bottom N per Group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Bottom 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(ORDER BY revenue ASC)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&lt;= 3;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7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2024-02-15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2024-04-08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2024-03-15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SQL-155: Bottom N per Group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SQL-155: Bottom N per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Bottom N per Group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SQL-155: Bottom N per Group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bottom 3 sales by revenue using ROW_NUMBER sorted ascending: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*, ROW_NUMBER() OVER (ORDER BY revenue ASC) AS rn FROM sales) AS r WHERE rn &lt;= 3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bottom 2 per category:
ROW_NUMBER() OVER (PARTITION BY category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ASC) &lt;= 2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Management wants to investigate underperforming stores. Find the bottom store per region by revenue:
ROW_NUMBER() OVER (PARTITION BY region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SUM(revenue) ASC) = 1 (on store aggregates)</a:t>
            </a:r>
            <a:r>
              <a:rPr sz="1100">
                <a:solidFill>
                  <a:srgbClr val="C9D4E5"/>
                </a:solidFill>
                <a:latin typeface="MiSans"/>
              </a:rPr>
              <a:t>.
Write the full query using a CTE.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single query that shows BOTH top and bottom sales in each category using CASE:
CASE WHEN ROW_NUMBER() OVER (PARTITION BY category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 &lt;= 2 THEN 'Top 2'</a:t>
            </a:r>
            <a:r>
              <a:rPr sz="1100">
                <a:solidFill>
                  <a:srgbClr val="C9D4E5"/>
                </a:solidFill>
                <a:latin typeface="MiSans"/>
              </a:rPr>
              <a:t>
     WHEN ROW_NUMBER() OVER (PARTITION BY category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ASC) &lt;= 2 THEN 'Bottom 2' END AS tier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SQL-155: Bottom N per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