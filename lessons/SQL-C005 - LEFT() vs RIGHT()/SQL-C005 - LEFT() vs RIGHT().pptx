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SQL-C005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LEFT() vs RIGHT()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Understand the key differences between LEFT and RIGHT.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LEFT and RIGHT highlights distinct operational and performance differences.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LEFT(employee_code, 3)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RIGHT(employee_code, 3)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employees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Evaluate RIGHT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SQL-C005: LEFT() vs RIGHT()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LEFT() vs RIGHT()?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LEFT and RIGHT highlights distinct operational and performance differences.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Choosing the wrong syntax or operator can cause bugs and slow database execution.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Compare these operations when designing queries for performance and clarity.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LEFT() vs RIGHT()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LEFT() vs RIGHT()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SQL-C005: LEFT() vs RIGHT()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LEFT() vs RIGHT()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Hossain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LEFT(employee_code, 3)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RIGHT(employee_code, 3)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SQL-C005: LEFT() vs RIGHT()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LEFT() vs RIGHT()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LEFT vs RIGHT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LEFT(employee_code, 3)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RIGHT(employee_code, 3)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SQL-C005: LEFT() vs RIGHT()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SQL-C005: LEFT() vs RIGHT()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LEFT for specific single-condition tasks.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Choose RIGHT when scaling complexity.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Understand performance differences.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Verify query compatibility.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SQL-C005: LEFT() vs RIGHT()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two queries:
(A) LEFT(employee_code, 3) — extract the prefix.
(B) RIGHT(employee_code, 3) — extract the sequence number.
Compare the results.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LEFT(first_name, 2) as "First 2", RIGHT(last_name, 2) as "Last 2", and combine them as CONCAT(LEFT(first_name,2), RIGHT(last_name,2)) as "Code".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HR needs to generate logins: take LEFT(first_name, 3) + RIGHT(employee_code, 3) to create a login ID. Display employee_id and "Login ID".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extract LEFT(job_title, 6) as "Title Start" and RIGHT(job_title, 7) as "Title End". Filter employees where LEFT(job_title, 6) = 'Senior' (i.e., Senior-level employees).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SQL-C005: LEFT() vs RIGHT()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