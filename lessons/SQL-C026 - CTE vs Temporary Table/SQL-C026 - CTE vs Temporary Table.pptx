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CTE vs Temporary Table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CTE and Temporary Table.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CTE and Temporary Table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Temporary Table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SQL-C026: CTE vs Temporary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CTE vs Temporary Table?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CTE and Temporary Table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CTE vs Temporary Table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CTE vs Temporary Table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SQL-C026: CTE vs Temporary Table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CTE vs Temporary Table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SQL-C026: CTE vs Temporary Table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CTE vs Temporary Table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CTE vs Temp Table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SQL-C026: CTE vs Temporary Table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recursive CTEs without an anchor member.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unnecessary CTEs that could be simple JOINs.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duplicate CTE names in the same query.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multiple CTE declarations without clean blocks.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reference defined CTEs in the main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massive query blocks inside a single CTE.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provide a solid base query for recursive CTEs.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simplify complex multi-stage workflows.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descriptive, unique names for every CTE block.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the WITH keyword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each CTE block with proper indentation.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CTEs sequentially from input to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SQL-C026: CTE vs Temporary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CTE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Temporary Table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SQL-C026: CTE vs Temporary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approach:
</a:t>
            </a:r>
            <a:r>
              <a:rPr sz="900">
                <a:solidFill>
                  <a:srgbClr val="C9D4E5"/>
                </a:solidFill>
                <a:latin typeface="Consolas"/>
              </a:rPr>
              <a:t>WITH cte AS (SELECT region, SUM(revenue) AS total FROM sales GROUP BY region)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cte WHERE total &gt; 3000</a:t>
            </a:r>
            <a:r>
              <a:rPr sz="1100">
                <a:solidFill>
                  <a:srgbClr val="C9D4E5"/>
                </a:solidFill>
                <a:latin typeface="MiSans"/>
              </a:rPr>
              <a:t>.
Then write the temp table approach:
</a:t>
            </a:r>
            <a:r>
              <a:rPr sz="900">
                <a:solidFill>
                  <a:srgbClr val="C9D4E5"/>
                </a:solidFill>
                <a:latin typeface="Consolas"/>
              </a:rPr>
              <a:t>CREATE TEMPORARY TABLE temp_reg AS SELECT region, SUM(revenue) AS total FROM sales GROUP BY region;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temp_reg WHERE total &gt; 3000;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CTE exists only for one query. Temp table persists for the session.
Write a CTE for a single-use operation, and explain when a temp table is better for multi-step operations.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Which to use? Write:
(A) CTE for a one-time report: monthly revenue summary.
(B) Temp table for multi-step ETL: create temp, insert data, run multiple queries on it.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chain (3 CTEs) for a complex analysis. Then convert the middle step to a temp table and show both approaches. Discuss pros and cons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SQL-C026: CTE vs Temporary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