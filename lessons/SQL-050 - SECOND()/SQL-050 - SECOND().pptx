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SQL-050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SECOND()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SECOND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SECOND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SECOND(appointment_time) AS "Appointment Second"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appointments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SQL-050: SECOND()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SECOND()?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SECOND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SECOND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SECOND when querying datasets that require SECOND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SECOND()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SECOND()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SQL-050: SECOND()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SECOND()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specialty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Gynecology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SECOND(appointment_time) AS "Appointment Second"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SQL-050: SECOND()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SECOND()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Appointment second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SECOND(appointment_time) AS "Appointment Second"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SQL-050: SECOND()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SQL-050: SECOND()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SECOND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SQL-050: SECOND()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second from appointment_time: SECOND(appointment_time). Label it "Appointment Second".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appointment_id, appointment_time, HOUR(appointment_time), MINUTE(appointment_time), and SECOND(appointment_time) for all appointments.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audit team wants to verify that all appointments were set without seconds (SECOND = 0). Write a query to find any appointments where SECOND(appointment_time) != 0.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reconstruct the time components of each appointment: display HOUR, MINUTE, SECOND, and also format the appointment time as HH:MM:SS using TIME_FORMAT(appointment_time, '%H:%i:%s') as "Formatted Time".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SQL-050: SECOND()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