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PRIMARY KEY Best Practices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PRIMARY KEY Best Practices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PRIMARY KEY Best Practices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PRIMARY KEY Best Practices?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PRIMARY KEY Best Practices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PRIMARY KEY Best Practices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PRIMARY KEY Best Practices when querying datasets that require PRIMARY KEY Best Practices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PRIMARY KEY Best Practices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PRIMARY KEY Best Practices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PRIMARY KEY Best Practices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PRIMARY KEY Best Practices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Foreign key best practices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PRIMARY KEY Best Practices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the primary key of the students table and explain why it is optimized.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a new table called departments using an auto-incrementing integer primary key as best practice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the difference between using a natural key (like email) vs a surrogate key (like student_id) as the primary key.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that no duplicate student_id values exist in the students table, simulating the primary key constraint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SQL-182: PRIMARY KEY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