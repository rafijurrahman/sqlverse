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LIKE vs 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LIKE and IN.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LIKE and IN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LIKE 'D%';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IN ('Dhaka', 'Sylhet', 'Barisal');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IN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SQL-C002: LIKE vs 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LIKE vs 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LIKE and IN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LIKE vs 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LIKE vs 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SQL-C002: LIKE vs 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LIKE vs 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rahim@email.com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fatema@email.com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karim@email.com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LIKE 'D%';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IN ('Dhaka', 'Sylhet', 'Barisal');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SQL-C002: LIKE vs 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LIKE vs 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LIKE vs 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LIKE 'D%';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IN ('Dhaka', 'Sylhet', 'Barisal');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SQL-C002: LIKE vs 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SQL-C002: LIKE vs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LIKE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IN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SQL-C002: LIKE vs 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one query using LIKE to find customers whose city starts with 'D'.
Then write another query using IN to find customers in ('Dhaka', 'Sylhet', 'Barisal').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LIKE to find customers whose email contains '@email.com'.
Then write a query using IN to find customers whose first_name is in ('Rahim', 'Karim', 'Milon').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store wants to filter customers in two ways:
(A) Using LIKE: find all customers from cities that start with 'Ch'.
(B) Using IN: find all customers from these exact cities: 'Dhaka', 'Chittagong', 'Khulna'.
Write both queries and compare the results.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When should you use LIKE instead of IN? Write a query using LIKE to find customers whose last_name contains 'man'. Then explain (in a comment) why IN cannot be used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SQL-C002: LIKE vs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