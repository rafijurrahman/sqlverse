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SQL-123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Subquery in FROM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order_count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customer_id, COUNT(*) AS order_count FROM orders GROUP BY customer_id ) AS sub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order_count &gt; 1;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SQL-123: Subquery in FROM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Subquery in FROM?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Subquery in FROM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Subquery in FROM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SQL-123: Subquery in FROM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Subquery in FROM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order_count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customer_id, COUNT(*) AS order_count FROM orders GROUP BY customer_id ) AS sub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order_count &gt; 1;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SQL-123: Subquery in FROM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Subquery in FROM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FROM subquery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order_count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customer_id, COUNT(*) AS order_count FROM orders GROUP BY customer_id ) AS sub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order_count &gt; 1;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order_count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SQL-123: Subquery in FROM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SQL-123: Subquery in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Subquery in FROM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SQL-123: Subquery in FROM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FROM subquery (derived table) to calculate order count per customer, then filter: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(SELECT customer_id, COUNT(*) AS order_count FROM orders GROUP BY customer_id) AS sub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WHERE order_count &gt; 1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Use a </a:t>
            </a:r>
            <a:r>
              <a:rPr sz="900">
                <a:solidFill>
                  <a:srgbClr val="C9D4E5"/>
                </a:solidFill>
                <a:latin typeface="Consolas"/>
              </a:rPr>
              <a:t>FROM subquery to find customers with above-average total spending: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(SELECT customer_id, SUM(total_amount) AS total FROM orders GROUP BY customer_id) AS spend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WHERE total &gt; (SELECT AVG(total_amount) FROM orders)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analyst needs a "customer segment" report. Use a </a:t>
            </a:r>
            <a:r>
              <a:rPr sz="900">
                <a:solidFill>
                  <a:srgbClr val="C9D4E5"/>
                </a:solidFill>
                <a:latin typeface="Consolas"/>
              </a:rPr>
              <a:t>FROM subquery to first aggregate orders, then join with customers: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c</a:t>
            </a:r>
            <a:r>
              <a:rPr sz="1100">
                <a:solidFill>
                  <a:srgbClr val="C9D4E5"/>
                </a:solidFill>
                <a:latin typeface="MiSans"/>
              </a:rPr>
              <a:t>.first_name, sub.order_count, sub.total_spent
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c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JOIN (SELECT customer_id, COUNT(*) AS order_count, SUM(total_amount) AS total_spent FROM orders GROUP BY customer_id) AS sub</a:t>
            </a:r>
            <a:r>
              <a:rPr sz="1100">
                <a:solidFill>
                  <a:srgbClr val="C9D4E5"/>
                </a:solidFill>
                <a:latin typeface="MiSans"/>
              </a:rPr>
              <a:t>
ON c.customer_id = sub.customer_id.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FROM subquery that finds the top 3 customers by spending, then joins back to customers to get their full details</a:t>
            </a:r>
            <a:r>
              <a:rPr sz="1100">
                <a:solidFill>
                  <a:srgbClr val="C9D4E5"/>
                </a:solidFill>
                <a:latin typeface="MiSans"/>
              </a:rPr>
              <a:t>. Display name, city, customer_type, and total spending.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SQL-123: Subquery in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