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SQL-118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UNION Common Mistakes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UNION Common Mistakes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UNION Common Mistakes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domestic_shipments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SQL-118: UNION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UNION Common Mistakes?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UNION Common Mistakes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UNION Common Mistakes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UNION Common Mistakes when querying datasets that require UNION Common Mistakes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UNION Common Mistakes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UNION Common Mistakes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SQL-118: UNION Common Mistakes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UNION Common Mistakes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shipment_id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sender_city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receiver_city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Rajshahi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SQL-118: UNION Common Mistakes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UNION Common Mistakes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UNION mistakes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SQL-118: UNION Common Mistakes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SQL-118: UNION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UNION Common Mistakes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SQL-118: UNION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Common mistake: different column counts in UNION. The correct version requires same number of columns in all </a:t>
            </a:r>
            <a:r>
              <a:rPr sz="900">
                <a:solidFill>
                  <a:srgbClr val="C9D4E5"/>
                </a:solidFill>
                <a:latin typeface="Consolas"/>
              </a:rPr>
              <a:t>SELECT statements</a:t>
            </a:r>
            <a:r>
              <a:rPr sz="1100">
                <a:solidFill>
                  <a:srgbClr val="C9D4E5"/>
                </a:solidFill>
                <a:latin typeface="MiSans"/>
              </a:rPr>
              <a:t>. Write a correct UNION with matching columns.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Common mistake: placing </a:t>
            </a:r>
            <a:r>
              <a:rPr sz="900">
                <a:solidFill>
                  <a:srgbClr val="C9D4E5"/>
                </a:solidFill>
                <a:latin typeface="Consolas"/>
              </a:rPr>
              <a:t>ORDER BY inside the first SELECT</a:t>
            </a:r>
            <a:r>
              <a:rPr sz="1100">
                <a:solidFill>
                  <a:srgbClr val="C9D4E5"/>
                </a:solidFill>
                <a:latin typeface="MiSans"/>
              </a:rPr>
              <a:t>. Write the wrong version (conceptually) and the correct version with </a:t>
            </a:r>
            <a:r>
              <a:rPr sz="900">
                <a:solidFill>
                  <a:srgbClr val="C9D4E5"/>
                </a:solidFill>
                <a:latin typeface="Consolas"/>
              </a:rPr>
              <a:t>ORDER BY at the end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 developer writes UNION with mismatched data types: selecting weight_kg (DECIMAL) from one table and city (VARCHAR) from another in the same position. Write the corrected query with matching column types.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correct UNION that requires NULL padding: domestic_shipments doesn't have origin_country, international_shipments does. Simulate by adding NULL AS origin_country in the domestic </a:t>
            </a:r>
            <a:r>
              <a:rPr sz="900">
                <a:solidFill>
                  <a:srgbClr val="C9D4E5"/>
                </a:solidFill>
                <a:latin typeface="Consolas"/>
              </a:rPr>
              <a:t>SELECT, and the actual column in international SELECT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SQL-118: UNION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