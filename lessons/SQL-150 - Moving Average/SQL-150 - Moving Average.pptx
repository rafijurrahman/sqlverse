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Moving Average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 ROWS BETWEEN 2 PRECEDING AND CURRENT ROW) AS moving_avg_3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Moving Average?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Moving Average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Moving Average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Moving Average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 ROWS BETWEEN 2 PRECEDING AND CURRENT ROW) AS moving_avg_3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Moving Average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Moving average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AVG(revenue) OVER (ORDER BY sale_date ROWS BETWEEN 2 PRECEDING AND CURRENT ROW) AS moving_avg_3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Moving Average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3-period moving average using ROWS BETWEEN:
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2 PRECEDING AND CURRENT ROW) AS moving_avg_3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5-period moving average:
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4 PRECEDING AND CURRENT ROW) AS moving_avg_5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Analysts use a 3-day moving average to smooth sales trends. Write a query to display:
sale_date, revenue, 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2 PRECEDING AND CURRENT ROW) as "3-Day Moving Avg"</a:t>
            </a:r>
            <a:r>
              <a:rPr sz="1100">
                <a:solidFill>
                  <a:srgbClr val="C9D4E5"/>
                </a:solidFill>
                <a:latin typeface="MiSans"/>
              </a:rPr>
              <a:t>.
Round to 2 decimal places.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both 3-period and 7-period moving averages side by side (15 sales = not enough for 7, use whatever rows available):
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2 PRECEDING AND CURRENT ROW) AS ma3,</a:t>
            </a:r>
            <a:r>
              <a:rPr sz="1100">
                <a:solidFill>
                  <a:srgbClr val="C9D4E5"/>
                </a:solidFill>
                <a:latin typeface="MiSans"/>
              </a:rPr>
              <a:t>
AVG(revenue)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6 PRECEDING AND CURRENT ROW) AS ma7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SQL-150: Moving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