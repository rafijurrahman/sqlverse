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Correlated Subquery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( SELECT COUNT(*) FROM orders o WHERE o.customer_id = c.customer_id ) &gt; 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SQL-125: Correlated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Correlated Subquery?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Correlated Subquery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Correlated Subquery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SQL-125: Correlated Subquery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Correlated Subquery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( SELECT COUNT(*) FROM orders o WHERE o.customer_id = c.customer_id ) &gt; 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SQL-125: Correlated Subquery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Correlated Subquery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Correlated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( SELECT COUNT(*) FROM orders o WHERE o.customer_id = c.customer_id ) &gt; 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SQL-125: Correlated Subquery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correlated subqueries that run for every single row.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subqueries in SELECT must return one value.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subqueries too deeply (makes SQL unreadable).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multiple nested subqueries in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performance bottlenecks caused by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subqueries without clear formatting.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JOINs or CTEs instead of correlated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scalar subqueries return exactly one row and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subquery logic clean, simple, and self-contained.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subqueries cleanly inside parentheses.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break down complex nested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the purpose of nested lookups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SQL-125: Correlated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Correlated Subquery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SQL-125: Correlated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correlated subquery to find customers who have placed at least one order: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customers c WHERE (SELECT COUNT(*)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c.customer_id) &gt; 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correlated subquery to find customers whose latest order was a Completed status:
</a:t>
            </a:r>
            <a:r>
              <a:rPr sz="900">
                <a:solidFill>
                  <a:srgbClr val="C9D4E5"/>
                </a:solidFill>
                <a:latin typeface="Consolas"/>
              </a:rPr>
              <a:t>WHERE (SELECT status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ORDER BY order_date DESC LIMIT 1)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customers whose most recent order amount is above their own average order amount:
</a:t>
            </a:r>
            <a:r>
              <a:rPr sz="900">
                <a:solidFill>
                  <a:srgbClr val="C9D4E5"/>
                </a:solidFill>
                <a:latin typeface="Consolas"/>
              </a:rPr>
              <a:t>WHERE (SELECT total_amount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ORDER BY order_date DESC LIMIT 1)</a:t>
            </a:r>
            <a:r>
              <a:rPr sz="1100">
                <a:solidFill>
                  <a:srgbClr val="C9D4E5"/>
                </a:solidFill>
                <a:latin typeface="MiSans"/>
              </a:rPr>
              <a:t>
&gt; (</a:t>
            </a:r>
            <a:r>
              <a:rPr sz="900">
                <a:solidFill>
                  <a:srgbClr val="C9D4E5"/>
                </a:solidFill>
                <a:latin typeface="Consolas"/>
              </a:rPr>
              <a:t>SELECT AVG(total_amount) FROM orders o2 WHERE o2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correlated subquery to rank customers by their total spending without using window functions:
</a:t>
            </a:r>
            <a:r>
              <a:rPr sz="900">
                <a:solidFill>
                  <a:srgbClr val="C9D4E5"/>
                </a:solidFill>
                <a:latin typeface="Consolas"/>
              </a:rPr>
              <a:t>SELECT first_name, (SELECT COUNT(DISTINCT customer_id) FROM orders o2 WHERE (SELECT SUM(total_amount) FROM orders WHERE customer_id = o2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 &gt;= (</a:t>
            </a:r>
            <a:r>
              <a:rPr sz="900">
                <a:solidFill>
                  <a:srgbClr val="C9D4E5"/>
                </a:solidFill>
                <a:latin typeface="Consolas"/>
              </a:rPr>
              <a:t>SELECT SUM(total_amount)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.customer_id)) AS rank
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WHERE customer_id IN (SELECT DISTINCT customer_id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SQL-125: Correlated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