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String Functions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String Functions.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String Functions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UPPER(first_name) AS "First (Upper)",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LOWER(last_name) AS "Last (Lower)",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LENGTH(email) AS "Email Length"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String Functions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String Functions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String Functions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String Functions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String Functions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UPPER(first_name) AS "First (Upper)",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LOWER(last_name) AS "Last (Lower)",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LENGTH(email) AS "Email Length"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 (Upper)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String Functions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String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UPPER(first_name) AS "First (Upper)",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LOWER(last_name) AS "Last (Lower)",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LENGTH(email) AS "Email Length"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 (Upper)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 (Lower)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Email Length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18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display:
- UPPER(first_name) as "First (Upper)"
- LOWER(last_name) as "Last (Lower)"
- LENGTH(email) as "Email Length"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display:
- CONCAT(first_name, ' ', last_name) as "Full Name"
- LEFT(employee_code, 3) as "Prefix"
- RIGHT(employee_code, 3) as "Seq"
- SUBSTRING(email, 1, LOCATE('@', email)-1) as "Username"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needs a complete employee data cleanup report. Write a query to show:
- employee_id
- TRIM(UPPER(CONCAT(first_name, ' ', last_name))) as "Cleaned Name"
- LOWER(REPLACE(email, '@company.com', '@corp.com')) as "New Email"
- LPAD(CAST(employee_id AS CHAR), 5, '0') as "Padded ID"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employees where the LENGTH of their full name (first + space + last) is greater than 12 characters. Display full name and its length. Sort by length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SQL-R003: String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