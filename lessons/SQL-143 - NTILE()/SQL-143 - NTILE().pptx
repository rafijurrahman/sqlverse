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SQL-143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NTILE()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NTILE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NTILE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NTILE(3) OVER (ORDER BY revenue) AS bucket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SQL-143: NTILE()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NTILE()?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NTILE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NTILE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NTILE when querying datasets that require NTILE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NTILE()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NTILE()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SQL-143: NTILE()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NTILE()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NTILE(3) OVER (ORDER BY revenue) AS bucket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7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SQL-143: NTILE()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NTILE()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NTILE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NTILE(3) OVER (ORDER BY revenue) AS bucket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7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Marker Set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270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Marker Set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360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480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SQL-143: NTILE()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SQL-143: NTILE()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NTILE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SQL-143: NTILE()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divide all sales into 3 equal buckets by revenue:
NTILE(3)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revenue) AS bucket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label the buckets: 1 = 'Low', 2 = 'Medium', 3 = 'High' using CASE around NTILE(3):
CASE NTILE(3)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revenue) WHEN 1 THEN 'Low' WHEN 2 THEN 'Medium' ELSE 'High' END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analytics team wants to segment sales into quartiles (4 equal groups) for performance analysis:
NTILE(4)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AS quartile</a:t>
            </a:r>
            <a:r>
              <a:rPr sz="1100">
                <a:solidFill>
                  <a:srgbClr val="C9D4E5"/>
                </a:solidFill>
                <a:latin typeface="MiSans"/>
              </a:rPr>
              <a:t>.
Label Q1 = 'Top 25%', Q4 = 'Bottom 25%'.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NTILE partitioned by category: divide sales within each category into 2 groups (high and low performers):
NTILE(2) OVER (PARTITION BY category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AS performance_tier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SQL-143: NTILE()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