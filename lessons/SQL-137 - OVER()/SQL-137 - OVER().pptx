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SQL-137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OVER()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OVER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OVER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SQL-137: OVER()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OVER()?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OVER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OVER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OVER when querying datasets that require OVER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OVER()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OVER()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SQL-137: OVER()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OVER()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SQL-137: OVER()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OVER()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OVER()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39060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39060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39060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SQL-137: OVER()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SQL-137: OVER()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OVER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SQL-137: OVER()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OVER() with no arguments to apply the function over ALL rows:
</a:t>
            </a:r>
            <a:r>
              <a:rPr sz="900">
                <a:solidFill>
                  <a:srgbClr val="C9D4E5"/>
                </a:solidFill>
                <a:latin typeface="Consolas"/>
              </a:rPr>
              <a:t>SELECT sale_id, revenue, SUM(revenue) OVER () AS total FROM sales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OVER() to calculate what percentage each sale contributes to total revenue:
</a:t>
            </a:r>
            <a:r>
              <a:rPr sz="900">
                <a:solidFill>
                  <a:srgbClr val="C9D4E5"/>
                </a:solidFill>
                <a:latin typeface="Consolas"/>
              </a:rPr>
              <a:t>SELECT product, revenue, ROUND(revenue / SUM(revenue) OVER () * 100, 2) AS "Pct Total" FROM sales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Management wants to see each sale alongside company-wide statistics. Display: sale_id, product, revenue, AVG(revenue) OVER () as avg_revenue, MAX(revenue) OVER () as max_revenue, MIN(revenue) OVER () as min_revenue.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each sale and its deviation from the mean:
revenue - AVG(revenue) OVER () AS deviation_from_avg. Sort by deviation descending. Positive = above average.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SQL-137: OVER()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