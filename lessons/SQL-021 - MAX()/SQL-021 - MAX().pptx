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MAX()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MAX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MAX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MAX(price)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SQL-021: MAX()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MAX()?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MAX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MAX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MAX when querying datasets that require MAX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MAX()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MAX()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SQL-021: MAX()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MAX()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Sticky Notes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Marker Set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Artline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MAX(price)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MAX(price)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SQL-021: MAX()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MAX()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Highest price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MAX(price)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MAX(price)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12000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SQL-021: MAX()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SQL-021: MAX()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MAX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SQL-021: MAX()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highest price in the products table using MAX(price).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most expensive product in each category using MAX(price) and </a:t>
            </a:r>
            <a:r>
              <a:rPr sz="900">
                <a:solidFill>
                  <a:srgbClr val="C9D4E5"/>
                </a:solidFill>
                <a:latin typeface="Consolas"/>
              </a:rPr>
              <a:t>GROUP BY.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sales team wants to promote the most expensive product in each category. Write a query to display category and the maximum price, ordered by max_price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product name and brand of the most expensive Electronics product. Use a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category = 'Electronics' AND price = (SELECT MAX(price) FROM products WHERE category = 'Electronics')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SQL-021: MAX()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