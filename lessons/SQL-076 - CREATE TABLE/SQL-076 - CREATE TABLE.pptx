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CREATE TABLE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CREATE TABLE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CREATE TABLE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INT         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    INT,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department 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CREATE TABLE?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CREATE TABLE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CREATE TABLE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CREATE TABLE when querying datasets that require CREATE TABLE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CREATE TABLE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CREATE TABLE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CREATE TABLE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INT         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    INT,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department 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CREATE TABLE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Create students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courses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INT         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course_code VARCHAR(15)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course_name VARCHAR(100)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credits     INT,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department 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Dropping tables in production without backups.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Modifying column data types without checking dependencies.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tables without primary key constraints.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CREATE TABLE scripts without any constraints.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camelCase and snake_case in schema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table schemas without clean indentation.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back up schemas before running DROP commands.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column data type compatibility before ALTER.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primary keys and NOT NULL constraints.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CREATE TABLE scripts with columns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constraints (PRIMARY KEY, FOREIGN KEY) at the bottom.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DDL keywords (CREATE, TABLE, CONSTRAINT).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CREATE TABLE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students table already exists.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a new table called courses with: course_id (INT PRIMARY KEY), course_code (VARCHAR(15)), course_name (VARCHAR(100)), credits (INT), department (VARCHAR(50))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student_contacts with: contact_id (INT PRIMARY KEY AUTO_INCREMENT), student_id (INT NOT NULL), contact_name (VARCHAR(100) NOT NULL), relationship (VARCHAR(50) NOT NULL), phone (VARCHAR(20) NOT NULL)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wants a fee payment tracking table.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student_fees: fee_id (INT PK), student_id (INT), fee_type (VARCHAR), amount (DECIMAL(10,2)), due_date (DATE), status (VARCHAR DEFAULT 'Unpaid')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exam_results with: result_id (INT PK AUTO_INCREMENT), student_id (INT NOT NULL), course_code (VARCHAR(15) NOT NULL), semester (VARCHAR(20) NOT NULL), score (DECIMAL(5,2) NOT NULL CHECK(score BETWEEN 0 AND 100)), grade (VARCHAR(5) NOT NULL)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SQL-076: CREATE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