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SQL-104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Joining Three Tables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oi.quantity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order_items oi ON o.order_id = oi.order_id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products p ON oi.product_id = p.product_id;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SQL-104: Joining Three Tables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Joining Three Tables?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Joining Three Tables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Joining Three Tables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SQL-104: Joining Three Tables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Joining Three Tables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oi.quantity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order_items oi ON o.order_id = oi.order_id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products p ON oi.product_id = p.product_id;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SQL-104: Joining Three Tables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Joining Three Tables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Three table join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oi.quantity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order_items oi ON o.order_id = oi.order_id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products p ON oi.product_id = p.product_id;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SQL-104: Joining Three Tables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SQL-104: Joining Three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Joining Three Tables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SQL-104: Joining Three Tables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 connecting customers, orders, and products (via order_items)</a:t>
            </a:r>
            <a:r>
              <a:rPr sz="1100">
                <a:solidFill>
                  <a:srgbClr val="C9D4E5"/>
                </a:solidFill>
                <a:latin typeface="MiSans"/>
              </a:rPr>
              <a:t>. Show customer name, product name, and quantity.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three-table </a:t>
            </a:r>
            <a:r>
              <a:rPr sz="900">
                <a:solidFill>
                  <a:srgbClr val="C9D4E5"/>
                </a:solidFill>
                <a:latin typeface="Consolas"/>
              </a:rPr>
              <a:t>JOIN: orders → order_items → products</a:t>
            </a:r>
            <a:r>
              <a:rPr sz="1100">
                <a:solidFill>
                  <a:srgbClr val="C9D4E5"/>
                </a:solidFill>
                <a:latin typeface="MiSans"/>
              </a:rPr>
              <a:t>. Calculate total revenue per product: SUM(order_items.quantity * order_items.unit_price). Group by product.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Sales analytics: Join customers → orders → order_items → products. Show customer name, product name, quantity purchased, and total value per line item. Filter for Completed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three-table </a:t>
            </a:r>
            <a:r>
              <a:rPr sz="900">
                <a:solidFill>
                  <a:srgbClr val="C9D4E5"/>
                </a:solidFill>
                <a:latin typeface="Consolas"/>
              </a:rPr>
              <a:t>JOIN with aggregation: customer, product, total quantity bought, total amount spent on that product</a:t>
            </a:r>
            <a:r>
              <a:rPr sz="1100">
                <a:solidFill>
                  <a:srgbClr val="C9D4E5"/>
                </a:solidFill>
                <a:latin typeface="MiSans"/>
              </a:rPr>
              <a:t>. Group by customer_id and product_id. Sort by total amount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SQL-104: Joining Three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