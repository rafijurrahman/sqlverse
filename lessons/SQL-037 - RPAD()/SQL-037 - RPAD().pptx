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RPAD()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RPAD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RPAD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RPAD(first_name, 15, '.') AS "Padded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RPAD()?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RPAD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RPAD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RPAD when querying datasets that require RPAD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RPAD()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RPAD()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RPAD()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RPAD(first_name, 15, '.') AS "Padded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RPAD()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RPAD employee code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RPAD(first_name, 15, '.') AS "Padded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RPAD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pad first_name to 15 characters on the right with dots: RPAD(first_name, 15, '.'). Label it "Padded Name".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pad department name to 20 characters with spaces using RPAD(department, 20, ' '), then append the employee count. Display as a formatted report.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HR system generates fixed-width reports. Write a query to display RPAD(first_name, 10, ' ') as "First", RPAD(last_name, 10, ' ') as "Last", RPAD(department, 12, ' ') as "Dept" to simulate fixed-width columns.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create a display label: RPAD(CONCAT(first_name, ' ', last_name), 25, '-') as "Name Banner". This pads the full name to 25 characters with dashes. Sort by the padded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SQL-037: RPAD()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