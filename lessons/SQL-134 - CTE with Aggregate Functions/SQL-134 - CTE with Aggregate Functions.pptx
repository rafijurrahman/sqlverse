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SQL-134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CTE with Aggregate Functions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Define clean, reusable query block variables.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 Common Table Expression (CTE) defines a named query block using the WITH clause.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region_agg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total_rev,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SUM(cost) AS total_cost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region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total_rev,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total_cost,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(total_rev - total_cost) AS profit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region_agg;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SQL-134: CTE with Aggregate Functions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CTE with Aggregate Functions?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A Common Table Expression (CTE) defines a named query block using the WITH clause.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messy, deeply nested subqueries with clean, readable, top-down query steps.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CTEs to structure complex multi-stage queries or implement recursive logic.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CTE with Aggregate Functions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CTE with Aggregate Functions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SQL-134: CTE with Aggregate Functions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CTE with Aggregate Functions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region_agg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total_rev,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SUM(cost) AS total_cost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region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total_rev,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total_cost,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(total_rev - total_cost) AS profit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region_agg;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Sylhet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SQL-134: CTE with Aggregate Functions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CTE with Aggregate Functions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Aggregate CTE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region_agg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total_rev,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SUM(cost) AS total_cost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region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total_rev,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total_cost,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(total_rev - total_cost) AS profit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region_agg;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total_rev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total_cost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8860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5280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16700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9885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Sylhet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13500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8100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SQL-134: CTE with Aggregate Functions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Defining recursive CTEs without an anchor member.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Creating unnecessary CTEs that could be simple JOINs.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Defining duplicate CTE names in the same query.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Nesting multiple CTE declarations without clean blocks.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reference defined CTEs in the main query.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massive query blocks inside a single CTE.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provide a solid base query for recursive CTEs.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CTEs to simplify complex multi-stage workflows.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descriptive, unique names for every CTE block.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Place the WITH keyword on a separate 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each CTE block with proper indentation.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Order CTEs sequentially from input to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SQL-134: CTE with Aggregate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CTE with Aggregate Functions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SQL-134: CTE with Aggregate Functions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CTE that calculates total revenue, total cost, and total profit per region:
</a:t>
            </a:r>
            <a:r>
              <a:rPr sz="900">
                <a:solidFill>
                  <a:srgbClr val="C9D4E5"/>
                </a:solidFill>
                <a:latin typeface="Consolas"/>
              </a:rPr>
              <a:t>WITH region_agg AS (SELECT region, SUM(revenue) AS total_rev, SUM(cost) AS total_cost FROM sales GROUP BY region)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*, total_rev - total_cost AS profit FROM region_agg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CTE to find the category with the highest average revenue:
</a:t>
            </a:r>
            <a:r>
              <a:rPr sz="900">
                <a:solidFill>
                  <a:srgbClr val="C9D4E5"/>
                </a:solidFill>
                <a:latin typeface="Consolas"/>
              </a:rPr>
              <a:t>WITH cat_avg AS (SELECT category, AVG(revenue) AS avg_rev FROM sales GROUP BY category)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cat_avg WHERE avg_rev = (SELECT MAX(avg_rev) FROM cat_avg)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Management needs a KPI dashboard. Write a CTE with all key aggregates:
total sales count, total revenue, total cost, total profit, average revenue per sale.
Then </a:t>
            </a:r>
            <a:r>
              <a:rPr sz="900">
                <a:solidFill>
                  <a:srgbClr val="C9D4E5"/>
                </a:solidFill>
                <a:latin typeface="Consolas"/>
              </a:rPr>
              <a:t>SELECT all KPIs from the CTE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multiple aggregate CTEs and combine:
CTE 1: revenue by region.
CTE 2: revenue by category.
CTE 3: revenue by month (MONTH(sale_date)).
</a:t>
            </a:r>
            <a:r>
              <a:rPr sz="900">
                <a:solidFill>
                  <a:srgbClr val="C9D4E5"/>
                </a:solidFill>
                <a:latin typeface="Consolas"/>
              </a:rPr>
              <a:t>SELECT all three summaries in sequence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SQL-134: CTE with Aggregate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