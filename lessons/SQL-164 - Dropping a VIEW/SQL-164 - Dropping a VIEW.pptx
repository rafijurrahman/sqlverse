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SQL-164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Dropping a VIEW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DROP VIEW IF EXISTS high_value_orders;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SQL-164: Dropping a VIEW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Dropping a VIEW?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Dropping a VIEW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Dropping a VIEW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SQL-164: Dropping a VIEW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Dropping a VIEW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DROP VIEW IF EXISTS high_value_orders;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SQL-164: Dropping a VIEW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Dropping a VIEW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Drop VIEW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DROP VIEW IF EXISTS high_value_orders;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SQL-164: Dropping a VIEW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SQL-164: Dropping a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Dropping a VIEW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SQL-164: Dropping a VIEW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DROP VIEW IF EXISTS high_value_orders. The IF EXISTS prevents an error if the view doesn't exist.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the workflow: </a:t>
            </a:r>
            <a:r>
              <a:rPr sz="900">
                <a:solidFill>
                  <a:srgbClr val="C9D4E5"/>
                </a:solidFill>
                <a:latin typeface="Consolas"/>
              </a:rPr>
              <a:t>CREATE VIEW temp_report AS </a:t>
            </a:r>
            <a:r>
              <a:rPr sz="1100">
                <a:solidFill>
                  <a:srgbClr val="C9D4E5"/>
                </a:solidFill>
                <a:latin typeface="MiSans"/>
              </a:rPr>
              <a:t>..., then use it, then DROP VIEW IF EXISTS temp_report.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Quarterly cleanup: drop all temporary reporting views that are no longer needed.
Write DROP VIEW IF EXISTS for three views: quarterly_summary, temp_export, customer_report.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the full view lifecycle:
(1) </a:t>
            </a:r>
            <a:r>
              <a:rPr sz="900">
                <a:solidFill>
                  <a:srgbClr val="C9D4E5"/>
                </a:solidFill>
                <a:latin typeface="Consolas"/>
              </a:rPr>
              <a:t>CREATE VIEW</a:t>
            </a:r>
            <a:r>
              <a:rPr sz="1100">
                <a:solidFill>
                  <a:srgbClr val="C9D4E5"/>
                </a:solidFill>
                <a:latin typeface="MiSans"/>
              </a:rPr>
              <a:t>.
(2) </a:t>
            </a:r>
            <a:r>
              <a:rPr sz="900">
                <a:solidFill>
                  <a:srgbClr val="C9D4E5"/>
                </a:solidFill>
                <a:latin typeface="Consolas"/>
              </a:rPr>
              <a:t>SELECT from it</a:t>
            </a:r>
            <a:r>
              <a:rPr sz="1100">
                <a:solidFill>
                  <a:srgbClr val="C9D4E5"/>
                </a:solidFill>
                <a:latin typeface="MiSans"/>
              </a:rPr>
              <a:t>.
(3) </a:t>
            </a:r>
            <a:r>
              <a:rPr sz="900">
                <a:solidFill>
                  <a:srgbClr val="C9D4E5"/>
                </a:solidFill>
                <a:latin typeface="Consolas"/>
              </a:rPr>
              <a:t>CREATE OR REPLACE with updates</a:t>
            </a:r>
            <a:r>
              <a:rPr sz="1100">
                <a:solidFill>
                  <a:srgbClr val="C9D4E5"/>
                </a:solidFill>
                <a:latin typeface="MiSans"/>
              </a:rPr>
              <a:t>.
(4) </a:t>
            </a:r>
            <a:r>
              <a:rPr sz="900">
                <a:solidFill>
                  <a:srgbClr val="C9D4E5"/>
                </a:solidFill>
                <a:latin typeface="Consolas"/>
              </a:rPr>
              <a:t>SELECT again</a:t>
            </a:r>
            <a:r>
              <a:rPr sz="1100">
                <a:solidFill>
                  <a:srgbClr val="C9D4E5"/>
                </a:solidFill>
                <a:latin typeface="MiSans"/>
              </a:rPr>
              <a:t>.
(5) DROP VIEW IF EXISTS.
Demonstrate the complete lifecycle.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SQL-164: Dropping a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