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SQL-132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Recursive CTE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Define clean, reusable query block variables.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A Common Table Expression (CTE) defines a named query block using the WITH clause.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WITH RECURSIVE org_chart AS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employee_id,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manager_id,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1 AS level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employees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WHERE manager_id IS NULL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UNION ALL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e.employee_id,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e.first_name,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e.manager_id,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oc.level + 1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employees 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INNER JOIN org_chart oc ON e.manager_id = oc.employee_id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employee_id,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manager_id,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level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org_chart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ORDER BY level, employee_id;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employees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SQL-132: Recursive CTE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Recursive CTE?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A Common Table Expression (CTE) defines a named query block using the WITH clause.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messy, deeply nested subqueries with clean, readable, top-down query steps.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CTEs to structure complex multi-stage queries or implement recursive logic.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Recursive CTE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Recursive CTE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SQL-132: Recursive CTE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Recursive CTE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manager_id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Hossain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None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WITH RECURSIVE org_chart AS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employee_id,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manager_id,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1 AS level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employees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WHERE manager_id IS NULL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UNION ALL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e.employee_id,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e.first_name,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e.manager_id,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oc.level + 1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employees 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INNER JOIN org_chart oc ON e.manager_id = oc.employee_id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employee_id,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manager_id,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level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org_chart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ORDER BY level, employee_id;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employee_id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SQL-132: Recursive CTE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Recursive CTE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Recursive CTE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WITH RECURSIVE org_chart AS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employee_id,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manager_id,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1 AS level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employees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WHERE manager_id IS NULL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UNION ALL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e.employee_id,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e.first_name,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e.manager_id,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oc.level + 1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employees 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INNER JOIN org_chart oc ON e.manager_id = oc.employee_id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employee_id,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manager_id,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level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org_chart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ORDER BY level, employee_id;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employee_id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manager_id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None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SQL-132: Recursive CTE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Defining recursive CTEs without an anchor member.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Creating unnecessary CTEs that could be simple JOINs.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Defining duplicate CTE names in the same query.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Nesting multiple CTE declarations without clean blocks.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reference defined CTEs in the main query.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massive query blocks inside a single CTE.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provide a solid base query for recursive CTEs.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CTEs to simplify complex multi-stage workflows.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descriptive, unique names for every CTE block.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Place the WITH keyword on a separate line.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each CTE block with proper indentation.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Order CTEs sequentially from input to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SQL-132: Recursive CTE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Recursive CTE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SQL-132: Recursive CTE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recursive CTE to traverse the employee hierarchy starting from the CEO (employee_id = 1):
</a:t>
            </a:r>
            <a:r>
              <a:rPr sz="900">
                <a:solidFill>
                  <a:srgbClr val="C9D4E5"/>
                </a:solidFill>
                <a:latin typeface="Consolas"/>
              </a:rPr>
              <a:t>WITH RECURSIVE org_chart AS (</a:t>
            </a:r>
            <a:r>
              <a:rPr sz="1100">
                <a:solidFill>
                  <a:srgbClr val="C9D4E5"/>
                </a:solidFill>
                <a:latin typeface="MiSans"/>
              </a:rPr>
              <a:t>
    </a:t>
            </a:r>
            <a:r>
              <a:rPr sz="900">
                <a:solidFill>
                  <a:srgbClr val="C9D4E5"/>
                </a:solidFill>
                <a:latin typeface="Consolas"/>
              </a:rPr>
              <a:t>SELECT employee_id, first_name, manager_id, 1 AS level FROM employees WHERE manager_id IS NULL</a:t>
            </a:r>
            <a:r>
              <a:rPr sz="1100">
                <a:solidFill>
                  <a:srgbClr val="C9D4E5"/>
                </a:solidFill>
                <a:latin typeface="MiSans"/>
              </a:rPr>
              <a:t>
    UNION ALL
    </a:t>
            </a:r>
            <a:r>
              <a:rPr sz="900">
                <a:solidFill>
                  <a:srgbClr val="C9D4E5"/>
                </a:solidFill>
                <a:latin typeface="Consolas"/>
              </a:rPr>
              <a:t>SELECT e</a:t>
            </a:r>
            <a:r>
              <a:rPr sz="1100">
                <a:solidFill>
                  <a:srgbClr val="C9D4E5"/>
                </a:solidFill>
                <a:latin typeface="MiSans"/>
              </a:rPr>
              <a:t>.employee_id, e.first_name, e.manager_id, oc.level + 1
    </a:t>
            </a:r>
            <a:r>
              <a:rPr sz="900">
                <a:solidFill>
                  <a:srgbClr val="C9D4E5"/>
                </a:solidFill>
                <a:latin typeface="Consolas"/>
              </a:rPr>
              <a:t>FROM employees e JOIN org_chart oc ON e</a:t>
            </a:r>
            <a:r>
              <a:rPr sz="1100">
                <a:solidFill>
                  <a:srgbClr val="C9D4E5"/>
                </a:solidFill>
                <a:latin typeface="MiSans"/>
              </a:rPr>
              <a:t>.manager_id = oc.employee_id
)
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org_chart ORDER BY level, employee_id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Modify the recursive CTE to show each employee's full hierarchy path:
CONCAT(oc.path, ' -&gt; ', e.first_name) AS path.
Start with manager's name as path and append each report.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HR needs the complete org chart with hierarchy level labeled:
Level 1 = CEO, Level 2 = Heads, Level 3 = Managers, etc.
Write the recursive CTE and display: level, employee name, department, and manager name.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recursive CTE to count subordinates at each level under a given manager (employee_id = 2, HR Head).
Show all employees who report directly or indirectly to Sultana Begum.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SQL-132: Recursive CTE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