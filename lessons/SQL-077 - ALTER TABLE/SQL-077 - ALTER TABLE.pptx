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ALTER TABLE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ALTER TABLE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ALTER TABLE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ALTER TABLE students ADD COLUMN address VARCHAR(200);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ALTER TABLE?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ALTER TABLE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ALTER TABLE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ALTER TABLE when querying datasets that require ALTER TABLE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ALTER TABLE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ALTER TABLE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ALTER TABLE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ALTER TABLE students ADD COLUMN address VARCHAR(200);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ALTER TABLE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Alter table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ALTER TABLE students ADD COLUMN address VARCHAR(200);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ALTER TABLE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ALTER TABLE statement to add a column called address (VARCHAR(200)) to the students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ALTER TABLE to add two columns at once: nationality (VARCHAR(50) NOT NULL DEFAULT 'Bangladeshi') and blood_group (VARCHAR(5)).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wants to track student emergency contacts. Write ALTER TABLE students ADD COLUMN emergency_contact VARCHAR(100) and ADD COLUMN emergency_phone VARCHAR(20).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ALTER TABLE statements:
(A) Add column linkedin_profile (VARCHAR(200)).
(B) Modify column phone to VARCHAR(25) (use MODIFY in MySQL).
(C) Rename column enrollment_status to status (use CHANGE in MySQL or RENAME COLUMN in newer versions).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SQL-077: ALTER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