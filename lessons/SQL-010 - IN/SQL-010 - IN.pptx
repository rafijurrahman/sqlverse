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SQL-010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IN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category IN ('Electronics', 'Stationery');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products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SQL-010: 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IN?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IN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IN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SQL-010: IN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IN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847088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Walton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category IN ('Electronics', 'Stationery');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1170432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SQL-010: IN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IN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Filter by category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category IN ('Electronics', 'Stationery');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1749552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Navana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SQL-010: IN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SQL-010: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IN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SQL-010: 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retrieve all products where category is in ('Electronics', 'Stationery').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products from brands in the list ('Sony', 'Logitech', 'HP').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procurement team needs to reorder supplies for only three departments: Electronics, Electrical, and Furniture. Write a query using IN to retrieve all products from those categories.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products that do NOT belong to any of these categories: 'Stationery', 'Decor'. Display product_name, brand, category, and price. Sort by category.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SQL-010: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608</Words>
  <Application>Microsoft Office PowerPoint</Application>
  <PresentationFormat>On-screen Show (16:9)</PresentationFormat>
  <Paragraphs>170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Consolas</vt:lpstr>
      <vt:lpstr>Inter</vt:lpstr>
      <vt:lpstr>MiSans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6</cp:revision>
  <dcterms:created xsi:type="dcterms:W3CDTF">2026-07-08T08:16:46Z</dcterms:created>
  <dcterms:modified xsi:type="dcterms:W3CDTF">2026-07-09T19:24:02Z</dcterms:modified>
</cp:coreProperties>
</file>