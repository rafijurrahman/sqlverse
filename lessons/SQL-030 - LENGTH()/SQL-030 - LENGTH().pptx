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LENGTH()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LENGTH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LENGTH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LENGTH(first_name) AS "Name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LENGTH()?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LENGTH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LENGTH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LENGTH when querying datasets that require LENGTH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LENGTH()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LENGTH()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LENGTH()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LENGTH(first_name) AS "Name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LENGTH()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Name length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LENGTH(first_name) AS "Name Length"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Name Length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LENGTH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employee's first_name and its length using LENGTH(first_name) as "Name Length".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total length of the full name: LENGTH(CONCAT(first_name, ' ', last_name)) as "Full Name Length". Include employee_id and the full 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system has a rule that email addresses must not exceed 30 characters. Write a query to find all employees whose email length exceeds 25 characters. Display employee_id, email, and LENGTH(email) as "Email Length".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employee_id, first_name, and LENGTH(first_name) as "Name Len". Sort by name length descending, then alphabetically by first_name for 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SQL-030: LENGTH()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