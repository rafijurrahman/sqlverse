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SQL-149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Running Average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AVG(revenue) OVER (ORDER BY sale_date) AS running_avg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SQL-149: Running Average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Running Average?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Running Average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Running Average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SQL-149: Running Average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Running Average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AVG(revenue) OVER (ORDER BY sale_date) AS running_avg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SQL-149: Running Average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Running Average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Running average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AVG(revenue) OVER (ORDER BY sale_date) AS running_avg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SQL-149: Running Average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SQL-149: Running Average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Running Average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SQL-149: Running Average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a running (cumulative) average of revenue:
AVG(revenue)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running_avg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for running average per category:
AVG(revenue) OVER (PARTITION BY category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category_running_avg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analyst wants to track whether each sale is above or below the running average at that point in time.
Display: sale_date, product, revenue, AVG(revenue)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"Running Avg",</a:t>
            </a:r>
            <a:r>
              <a:rPr sz="1100">
                <a:solidFill>
                  <a:srgbClr val="C9D4E5"/>
                </a:solidFill>
                <a:latin typeface="MiSans"/>
              </a:rPr>
              <a:t>
CASE WHEN revenue &gt; AVG(revenue)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THEN 'Above Avg' ELSE 'Below Avg' END as "Status"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show the running average of revenue per region, and flag sales that are above their region's running average:
AVG(revenue) OVER (PARTITION BY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regional_running_avg</a:t>
            </a:r>
            <a:r>
              <a:rPr sz="1100">
                <a:solidFill>
                  <a:srgbClr val="C9D4E5"/>
                </a:solidFill>
                <a:latin typeface="MiSans"/>
              </a:rPr>
              <a:t>.
Display: region, sale_date, revenue, running_avg, and above/below flag.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SQL-149: Running Average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