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UNION with ORDER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tracking_number;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domestic_shipments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SQL-116: UNION with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UNION with ORDER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UNION with ORDER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UNION with ORDER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SQL-116: UNION with ORDER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UNION with ORDER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shipment_id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sender_city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receiver_city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Rajshahi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tracking_number;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SQL-116: UNION with ORDER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UNION with ORDER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UNION ORDER BY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tracking_number;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SQL-116: UNION with ORDER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huge datasets on unindexed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column position numbers instead of names in ORDER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sorting is automatic without an ORDER BY.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by multiple columns randomly without 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sort fields with different case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ORDER BY before WHERE or GROUP 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columns that are frequently used for sorting.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specify explicit names of sorting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Declare ASC or DESC explicitly for clarity.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ORDER BY as the final clause of the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multi-column sort criteria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sort keys utilize index pathways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SQL-116: UNION with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UNION with ORDER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SQL-116: UNION with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of domestic and international tracking numbers, then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tracking_number</a:t>
            </a:r>
            <a:r>
              <a:rPr sz="1100">
                <a:solidFill>
                  <a:srgbClr val="C9D4E5"/>
                </a:solidFill>
                <a:latin typeface="MiSans"/>
              </a:rPr>
              <a:t>. The </a:t>
            </a:r>
            <a:r>
              <a:rPr sz="900">
                <a:solidFill>
                  <a:srgbClr val="C9D4E5"/>
                </a:solidFill>
                <a:latin typeface="Consolas"/>
              </a:rPr>
              <a:t>ORDER BY must be at the END of the UNION, not inside each SELECT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with a source label, then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source, shipment_date: SELECT </a:t>
            </a:r>
            <a:r>
              <a:rPr sz="1100">
                <a:solidFill>
                  <a:srgbClr val="C9D4E5"/>
                </a:solidFill>
                <a:latin typeface="MiSans"/>
              </a:rPr>
              <a:t>..., 'Domestic' AS source </a:t>
            </a:r>
            <a:r>
              <a:rPr sz="900">
                <a:solidFill>
                  <a:srgbClr val="C9D4E5"/>
                </a:solidFill>
                <a:latin typeface="Consolas"/>
              </a:rPr>
              <a:t>FROM domestic_shipments UNION SELECT </a:t>
            </a:r>
            <a:r>
              <a:rPr sz="1100">
                <a:solidFill>
                  <a:srgbClr val="C9D4E5"/>
                </a:solidFill>
                <a:latin typeface="MiSans"/>
              </a:rPr>
              <a:t>..., 'International' AS source </a:t>
            </a:r>
            <a:r>
              <a:rPr sz="900">
                <a:solidFill>
                  <a:srgbClr val="C9D4E5"/>
                </a:solidFill>
                <a:latin typeface="Consolas"/>
              </a:rPr>
              <a:t>FROM international_shipments ORDER BY source, shipment_date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dispatch team needs all delivered shipments (from both tables) sorted by date. Write a UNION of delivered shipments, ordered by shipment_date ascending.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of all three shipment tables with a label. Order by status (Delivered first, In Transit second, Returned last) using </a:t>
            </a:r>
            <a:r>
              <a:rPr sz="900">
                <a:solidFill>
                  <a:srgbClr val="C9D4E5"/>
                </a:solidFill>
                <a:latin typeface="Consolas"/>
              </a:rPr>
              <a:t>ORDER BY CASE WHEN status = 'Delivered' THEN 1 WHEN status = 'In Transit' THEN 2 ELSE 3 END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SQL-116: UNION with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