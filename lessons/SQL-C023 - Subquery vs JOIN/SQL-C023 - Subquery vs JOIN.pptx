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SQL-C023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Subquery vs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Subquery and JOIN.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Subquery and JOIN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JOIN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SQL-C023: Subquery vs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Subquery vs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Subquery and JOIN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Subquery vs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Subquery vs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SQL-C023: Subquery vs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Subquery vs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SQL-C023: Subquery vs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Subquery vs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Subquery vs JOIN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SQL-C023: Subquery vs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SQL-C023: Subquery vs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Subquery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JOIN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SQL-C023: Subquery vs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customers with orders using:
(A) </a:t>
            </a:r>
            <a:r>
              <a:rPr sz="900">
                <a:solidFill>
                  <a:srgbClr val="C9D4E5"/>
                </a:solidFill>
                <a:latin typeface="Consolas"/>
              </a:rPr>
              <a:t>JOIN: INNER JOIN customers ON orders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customers.customer_id.
(B) Subquery: 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customer_id IN (SELECT customer_id FROM orders)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total spending per customer using:
(A) </a:t>
            </a:r>
            <a:r>
              <a:rPr sz="900">
                <a:solidFill>
                  <a:srgbClr val="C9D4E5"/>
                </a:solidFill>
                <a:latin typeface="Consolas"/>
              </a:rPr>
              <a:t>JOIN + GROUP BY: JOIN orders, GROUP BY customer_id, SUM(total_amount)</a:t>
            </a:r>
            <a:r>
              <a:rPr sz="1100">
                <a:solidFill>
                  <a:srgbClr val="C9D4E5"/>
                </a:solidFill>
                <a:latin typeface="MiSans"/>
              </a:rPr>
              <a:t>.
(B) Correlated subquery in </a:t>
            </a:r>
            <a:r>
              <a:rPr sz="900">
                <a:solidFill>
                  <a:srgbClr val="C9D4E5"/>
                </a:solidFill>
                <a:latin typeface="Consolas"/>
              </a:rPr>
              <a:t>SELECT: (SELECT SUM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the top-spending customer:
(A) </a:t>
            </a:r>
            <a:r>
              <a:rPr sz="900">
                <a:solidFill>
                  <a:srgbClr val="C9D4E5"/>
                </a:solidFill>
                <a:latin typeface="Consolas"/>
              </a:rPr>
              <a:t>JOIN + GROUP BY + ORDER BY + LIMIT 1</a:t>
            </a:r>
            <a:r>
              <a:rPr sz="1100">
                <a:solidFill>
                  <a:srgbClr val="C9D4E5"/>
                </a:solidFill>
                <a:latin typeface="MiSans"/>
              </a:rPr>
              <a:t>.
(B) Subquery: 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customer_id = (SELECT customer_id FROM orders GROUP BY customer_id ORDER BY SUM(total_amount) DESC LIMIT 1)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Find customers who spent above average:
(A) </a:t>
            </a:r>
            <a:r>
              <a:rPr sz="900">
                <a:solidFill>
                  <a:srgbClr val="C9D4E5"/>
                </a:solidFill>
                <a:latin typeface="Consolas"/>
              </a:rPr>
              <a:t>JOIN approach</a:t>
            </a:r>
            <a:r>
              <a:rPr sz="1100">
                <a:solidFill>
                  <a:srgbClr val="C9D4E5"/>
                </a:solidFill>
                <a:latin typeface="MiSans"/>
              </a:rPr>
              <a:t>.
(B) Subquery approach.
Write both and compare. JOINs are often faster but subqueries can be more readable.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SQL-C023: Subquery vs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