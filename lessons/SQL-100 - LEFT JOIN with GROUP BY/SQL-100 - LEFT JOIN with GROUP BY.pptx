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SQL-100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LEFT JOIN with GROUP BY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SUM(o.total_amount) AS "Total Spending"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c.customer_id;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SQL-100: LEFT JOIN with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LEFT JOIN with GROUP BY?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LEFT JOIN with GROUP BY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LEFT JOIN with GROUP BY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SQL-100: LEFT JOIN with GROUP BY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LEFT JOIN with GROUP BY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SUM(o.total_amount) AS "Total Spending"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c.customer_id;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SQL-100: LEFT JOIN with GROUP BY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LEFT JOIN with GROUP BY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Customer purchase summary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SUM(o.total_amount) AS "Total Spending"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c.customer_id;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Total Spending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8300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2100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SQL-100: LEFT JOIN with GROUP BY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SQL-100: LEFT JOIN with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LEFT JOIN with GROUP BY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SQL-100: LEFT JOIN with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INNER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customers and orders, then SUM(total_amount) per customer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to show all customers and their total spending</a:t>
            </a:r>
            <a:r>
              <a:rPr sz="1100">
                <a:solidFill>
                  <a:srgbClr val="C9D4E5"/>
                </a:solidFill>
                <a:latin typeface="MiSans"/>
              </a:rPr>
              <a:t>. Customers with no orders show 0 (use COALESCE(SUM(total_amount), 0)).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Finance needs a customer lifetime value report. Show customer name, city, total orders, total amount spent, and average order value. Sort by total amount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joining customers → orders → order_items</a:t>
            </a:r>
            <a:r>
              <a:rPr sz="1100">
                <a:solidFill>
                  <a:srgbClr val="C9D4E5"/>
                </a:solidFill>
                <a:latin typeface="MiSans"/>
              </a:rPr>
              <a:t>. Calculate total units purchased (SUM of quantity) per customer. Include customers with 0 purchases.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SQL-100: LEFT JOIN with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