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8AA0BF"/>
                </a:solidFill>
                <a:latin typeface="MiSans"/>
              </a:rPr>
              <a:t>SQL-004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LIMIT / TOP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9D4E5"/>
                </a:solidFill>
                <a:latin typeface="MiSans"/>
              </a:rPr>
              <a:t>Restrict the number of rows returned.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The LIMIT clause (or TOP in SQL Server) restricts the number of rows returned by the query, which is crucial for pagination and performance.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LIMIT 5;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LIMIT Count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Restricted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SQL-004: LIMIT / TOP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LIMIT / TOP?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The LIMIT clause restricts the maximum number of rows returned by a query. In SQL Server, it is implemented using the TOP keyword.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Returning millions of rows slows down apps and servers. LIMIT prevents performance bottlenecks by returning only the required count.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Use LIMIT whenever you need to implement search pagination or find extreme values like top 5 products or bottom 10 sales.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LIMIT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LIMIT 5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MiSans"/>
              </a:rPr>
              <a:t>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Exactly 5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LIMIT is executed last, after SELECT and ORDER BY are completed.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SQL-004: LIMIT / TOP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LIMIT / TOP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2388108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units_sold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3200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2100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Walton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450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HDMI Cable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Sony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5600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08576" y="223647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    </a:t>
            </a:r>
            <a:r>
              <a:rPr sz="900" b="0" dirty="0" err="1">
                <a:solidFill>
                  <a:srgbClr val="2F80FF"/>
                </a:solidFill>
                <a:latin typeface="Consolas"/>
              </a:rPr>
              <a:t>product_id</a:t>
            </a:r>
            <a:r>
              <a:rPr sz="900" b="0" dirty="0">
                <a:solidFill>
                  <a:srgbClr val="2F80FF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    </a:t>
            </a:r>
            <a:r>
              <a:rPr sz="900" b="0" dirty="0" err="1">
                <a:solidFill>
                  <a:srgbClr val="2F80FF"/>
                </a:solidFill>
                <a:latin typeface="Consolas"/>
              </a:rPr>
              <a:t>product_name</a:t>
            </a:r>
            <a:r>
              <a:rPr sz="900" b="0" dirty="0">
                <a:solidFill>
                  <a:srgbClr val="2F80FF"/>
                </a:solidFill>
                <a:latin typeface="Consolas"/>
              </a:rPr>
              <a:t>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    </a:t>
            </a:r>
            <a:r>
              <a:rPr sz="900" b="0" dirty="0" err="1">
                <a:solidFill>
                  <a:srgbClr val="2F80FF"/>
                </a:solidFill>
                <a:latin typeface="Consolas"/>
              </a:rPr>
              <a:t>units_sold</a:t>
            </a:r>
            <a:endParaRPr sz="900" b="0" dirty="0">
              <a:solidFill>
                <a:srgbClr val="2F80FF"/>
              </a:solidFill>
              <a:latin typeface="Consolas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dirty="0">
                <a:solidFill>
                  <a:srgbClr val="2F80FF"/>
                </a:solidFill>
                <a:latin typeface="Consolas"/>
              </a:rPr>
              <a:t>LIMIT 3;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1391412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SQL-004: LIMIT / TOP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LIMIT / TOP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FROM table_name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LIMIT row_count;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The sales director wants to find the top 3 most expensive products currently in stock.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product_id,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product_name,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    price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ORDER BY price DESC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F80FF"/>
                </a:solidFill>
                <a:latin typeface="Consolas"/>
              </a:rPr>
              <a:t>LIMIT 3;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1391412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Sans"/>
                        </a:rPr>
                        <a:t>price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9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Filing Cabinet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12000.00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8500.00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10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Headphones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C9D4E5"/>
                          </a:solidFill>
                          <a:latin typeface="MiSans"/>
                        </a:rPr>
                        <a:t>2500.00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SQL-004: LIMIT / TOP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LIMIT without sorting (returns random rows).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Placing LIMIT before ORDER BY or WHERE.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limits in paginated application screens.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Requesting excessively high limits that waste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DBMS-specific limit syntax (TOP vs LIMIT).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rows randomly without a primary sort key.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pair LIMIT with ORDER BY for predictable results.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Position LIMIT as the very last clause of the query.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OFFSET along with LIMIT for paginating search results.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Structure pagination values dynamically using variables.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TOP (N) exclusively for SQL Server databases.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Index sort columns to optimize limit lookup speeds.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SQL-004: LIMIT or 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LIMIT restricts the number of rows returned.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Use ORDER BY first to get meaningful limits.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OFFSET skips rows before limiting results.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D4E5"/>
                </a:solidFill>
                <a:latin typeface="MiSans"/>
              </a:rPr>
              <a:t>SQL Server uses TOP instead of LIMIT.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D7DEE8"/>
                </a:solidFill>
                <a:latin typeface="MiSans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D7DEE8"/>
                </a:solidFill>
                <a:latin typeface="MiSans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SQL MASTER  ·  SQL-004: LIMIT / TOP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retrieve the first 5 products from the products table.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top 3 most expensive products.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sales director wants to see the top 5 best-selling products (highest units_sold). Write the query to display product_name, brand, and units_sold.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3 cheapest Electronics products. Display product_name, brand, and price.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SQL-004: LIMIT or 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724</Words>
  <Application>Microsoft Office PowerPoint</Application>
  <PresentationFormat>On-screen Show (16:9)</PresentationFormat>
  <Paragraphs>191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Consolas</vt:lpstr>
      <vt:lpstr>Inter</vt:lpstr>
      <vt:lpstr>MiSans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5</cp:revision>
  <dcterms:created xsi:type="dcterms:W3CDTF">2026-07-08T08:16:46Z</dcterms:created>
  <dcterms:modified xsi:type="dcterms:W3CDTF">2026-07-09T17:39:03Z</dcterms:modified>
</cp:coreProperties>
</file>