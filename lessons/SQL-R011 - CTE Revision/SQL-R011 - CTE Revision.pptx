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SQL-R011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CTE Revision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Review and reinforce your SQL skills for CTE.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CTE Revision through practice.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Combine queries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SQL-R011: CTE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CTE Revision?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CTE Revision through practice.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Reinforcing syntax rules through cumulative practice builds long-term muscle memory.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Review these revision slides after completing a block of core SQL topics.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CTE Revision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CTE Revision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SQL-R011: CTE Revision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CTE Revision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SQL-R011: CTE Revision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CTE Revision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CTE revision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SQL-R011: CTE Revision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Skipping practice challenges on revision slides.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Repeating basic syntax errors under revision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edge cases like NULL or empty strings.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unformatted answers for practice questions.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warnings and query execution errors.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different style rules in revision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Cumulative practice builds long-term muscle memory.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Reinforce syntax rules through cumulative coding.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Test queries against edge cases and empty database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structured answers with uppercase keywords.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and format queries for revision review.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solution logic in query headers.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SQL-R011: CTE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Revision consolidates core syntax rules.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Helps identify gaps in query logic.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Improves problem-solving speed.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Prepares for real-world projects.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SQL-R011: CTE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three types of CTEs:
(A) Simple CTE: aggregate revenue by region.
(B) Filtered CTE: find only above-average sales.
(C) Multiple CTEs: region summary + category summary.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CTE joined with itself (reused twice):
</a:t>
            </a:r>
            <a:r>
              <a:rPr sz="900">
                <a:solidFill>
                  <a:srgbClr val="C9D4E5"/>
                </a:solidFill>
                <a:latin typeface="Consolas"/>
              </a:rPr>
              <a:t>WITH store_rev AS (SELECT store, SUM(revenue) AS total FROM sales GROUP BY store)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s1</a:t>
            </a:r>
            <a:r>
              <a:rPr sz="1100">
                <a:solidFill>
                  <a:srgbClr val="C9D4E5"/>
                </a:solidFill>
                <a:latin typeface="MiSans"/>
              </a:rPr>
              <a:t>.store, s1.total, s2.total AS comparison </a:t>
            </a:r>
            <a:r>
              <a:rPr sz="900">
                <a:solidFill>
                  <a:srgbClr val="C9D4E5"/>
                </a:solidFill>
                <a:latin typeface="Consolas"/>
              </a:rPr>
              <a:t>FROM store_rev s1 CROSS JOIN store_rev s2 WHERE s1</a:t>
            </a:r>
            <a:r>
              <a:rPr sz="1100">
                <a:solidFill>
                  <a:srgbClr val="C9D4E5"/>
                </a:solidFill>
                <a:latin typeface="MiSans"/>
              </a:rPr>
              <a:t>.store != s2.store AND s1.total &gt; s2.total.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Full CRM analysis using CTEs:
CTE 1: revenue and profit by region.
CTE 2: revenue by category.
Final </a:t>
            </a:r>
            <a:r>
              <a:rPr sz="900">
                <a:solidFill>
                  <a:srgbClr val="C9D4E5"/>
                </a:solidFill>
                <a:latin typeface="Consolas"/>
              </a:rPr>
              <a:t>SELECT: combine both summaries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CTE using window functions to rank stores within each region by revenue:
</a:t>
            </a:r>
            <a:r>
              <a:rPr sz="900">
                <a:solidFill>
                  <a:srgbClr val="C9D4E5"/>
                </a:solidFill>
                <a:latin typeface="Consolas"/>
              </a:rPr>
              <a:t>WITH store_ranked AS (SELECT store, region, SUM(revenue) AS total, RANK() OVER (PARTITION BY region ORDER BY SUM(revenue) DESC) AS rank FROM sales GROUP BY store, region)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store_ranked WHERE rank = 1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SQL-R011: CTE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