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COUNT() with GROUP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Calculate the total number of records.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COUNT() is an aggregate function that returns the number of rows matching the query.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order_id;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SQL-058: COUNT()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COUNT() with GROUP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COUNT() is an aggregate function that returns the number of rows matching the query.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Determining transaction volumes or active user counts requires counting rows.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COUNT() to summarize volumes, calculate records, or verify database seed data.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COUNT() with GROUP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COUNT() with GROUP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SQL-058: COUNT() with GROUP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COUNT() with GROUP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order_id;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SQL-058: COUNT() with GROUP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COUNT() with GROUP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Orders by customer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order_id;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COUNT(*)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SQL-058: COUNT() with GROUP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COUNT(col) ignores NULL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SUM() or AVG() on text or varchar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detail columns with aggregates without grouping.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aggregate functions directly inside each other.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aggregate filters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aggregated column outputs without aliases.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COUNT(*) to count all rows including NULLs.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Apply aggregates only on numeric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pair aggregates with a GROUP BY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Assign meaningful aliases (e.g. total_sales) to summaries.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Separate details and aggregates using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multiple aggregate functions in the SELECT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SQL-058: COUNT()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COUNT with GROUP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SQL-058: COUNT()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the number of line items per order_id using COUNT(*).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distinct products per store using COUNT(DISTINCT product_name). Group by store.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operations manager wants to know how many individual order lines each store processed. Display store and COUNT(*) as "Total Line Items". Sort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items per store per category. Group by store and category. Filter using </a:t>
            </a:r>
            <a:r>
              <a:rPr sz="900">
                <a:solidFill>
                  <a:srgbClr val="C9D4E5"/>
                </a:solidFill>
                <a:latin typeface="Consolas"/>
              </a:rPr>
              <a:t>HAVING to show only combinations with COUNT(*) &gt; 1</a:t>
            </a:r>
            <a:r>
              <a:rPr sz="1100">
                <a:solidFill>
                  <a:srgbClr val="C9D4E5"/>
                </a:solidFill>
                <a:latin typeface="MiSans"/>
              </a:rPr>
              <a:t>. Display store, category, and item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SQL-058: COUNT()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