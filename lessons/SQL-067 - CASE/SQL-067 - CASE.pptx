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SQL-067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CASE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CASE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CASE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account_number,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balance,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CASE WHEN balance &gt;= 100000 THEN 'High Balance' WHEN balance &gt;= 10000 THEN 'Medium Balance' ELSE 'Low Balance' END AS "Balance Category"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accounts;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SQL-067: CASE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CASE?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CASE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CASE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CASE when querying datasets that require CASE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CASE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CASE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SQL-067: CASE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CASE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rahim@bank.com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fatema@bank.com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account_number,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balance,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CASE WHEN balance &gt;= 100000 THEN 'High Balance' WHEN balance &gt;= 10000 THEN 'Medium Balance' ELSE 'Low Balance' END AS "Balance Category"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accounts;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account_number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ACC-1001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ACC-1002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ACC-1003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SQL-067: CASE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CASE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Account status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account_number,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balance,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CASE WHEN balance &gt;= 100000 THEN 'High Balance' WHEN balance &gt;= 10000 THEN 'Medium Balance' ELSE 'Low Balance' END AS "Balance Category"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accounts;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account_number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balance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Balance 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ACC-1001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150000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High Balance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ACC-1002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85000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Medium Balance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ACC-1003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5000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Low Balance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SQL-067: CASE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SQL-067: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CASE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SQL-067: CASE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categorize account balances using CASE:
- &gt;= 100000: 'High Balance'
- &gt;= 10000:  'Medium Balance'
- else:      'Low Balance'
Label it "Balance Category".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assign a label to each account status using CASE WHEN status = 'Active' THEN 'Open' WHEN status = 'Frozen' THEN 'Locked' ELSE 'Closed' END as "Account State".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bank wants to classify customers for marketing: Verified customers with balance &gt; 100000 are 'Premium', Verified with balance &gt; 10000 are 'Standard', others are 'Basic'. Join accounts and customers, use CASE.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use CASE in </a:t>
            </a:r>
            <a:r>
              <a:rPr sz="900">
                <a:solidFill>
                  <a:srgbClr val="C9D4E5"/>
                </a:solidFill>
                <a:latin typeface="Consolas"/>
              </a:rPr>
              <a:t>ORDER BY: sort accounts so Active comes first, Frozen second, Inactive last</a:t>
            </a:r>
            <a:r>
              <a:rPr sz="1100">
                <a:solidFill>
                  <a:srgbClr val="C9D4E5"/>
                </a:solidFill>
                <a:latin typeface="MiSans"/>
              </a:rPr>
              <a:t>. Display account_number, status, and balance.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SQL-067: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