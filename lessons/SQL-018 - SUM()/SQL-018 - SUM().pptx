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SUM()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SUM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SUM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SUM()?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SUM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SUM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SUM when querying datasets that require SUM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SUM()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SUM()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SUM()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SUM(quantity * 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19470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SUM()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Total sales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SUM(quantity * unit_price)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19470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SUM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total revenue from all order items: SUM(quantity * unit_price).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by category using SUM(quantity * unit_price)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finance team needs the total cost and total revenue for all items sold. Write a query to calculate:
- Total Revenue: SUM(quantity * unit_price)
- Total Cost: SUM(quantity * cost_price)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total revenue per order (group by order_id). Then filter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 to show only orders where total revenue exceeds 2000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SQL-018: SUM()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