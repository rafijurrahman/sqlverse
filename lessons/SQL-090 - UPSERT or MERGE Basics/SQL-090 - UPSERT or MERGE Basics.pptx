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UPSERT or MERGE Basics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(student_id, student_code, first_name, last_name, email, enrollment_status) VALUES (1,'STD-001','Rahim','Uddin','rahim@uni.edu','Graduated') ON DUPLICATE KEY UPDATE enrollment_status = 'Graduated';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UPSERT or MERGE Basics?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UPSERT or MERGE Basics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UPSERT or MERGE Basics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UPSERT or MERGE Basics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(student_id, student_code, first_name, last_name, email, enrollment_status) VALUES (1,'STD-001','Rahim','Uddin','rahim@uni.edu','Graduated') ON DUPLICATE KEY UPDATE enrollment_status = 'Graduated';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UPSERT or MERGE Basics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Merge enrollment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(student_id, student_code, first_name, last_name, email, enrollment_status) VALUES (1,'STD-001','Rahim','Uddin','rahim@uni.edu','Graduated') ON DUPLICATE KEY UPDATE enrollment_status = 'Graduated';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UPSERT or MERGE Basics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MySQL uses </a:t>
            </a:r>
            <a:r>
              <a:rPr sz="900">
                <a:solidFill>
                  <a:srgbClr val="C9D4E5"/>
                </a:solidFill>
                <a:latin typeface="Consolas"/>
              </a:rPr>
              <a:t>INSERT </a:t>
            </a:r>
            <a:r>
              <a:rPr sz="1100">
                <a:solidFill>
                  <a:srgbClr val="C9D4E5"/>
                </a:solidFill>
                <a:latin typeface="MiSans"/>
              </a:rPr>
              <a:t>... ON DUPLICATE KEY </a:t>
            </a:r>
            <a:r>
              <a:rPr sz="900">
                <a:solidFill>
                  <a:srgbClr val="C9D4E5"/>
                </a:solidFill>
                <a:latin typeface="Consolas"/>
              </a:rPr>
              <a:t>UPDATE for upsert</a:t>
            </a:r>
            <a:r>
              <a:rPr sz="1100">
                <a:solidFill>
                  <a:srgbClr val="C9D4E5"/>
                </a:solidFill>
                <a:latin typeface="MiSans"/>
              </a:rPr>
              <a:t>. 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for a student that already exists: INSERT INTO students (student_id, student_code, first_name, last_name, email, enrollment_status) VALUES (1,'STD-001','Rahim','Uddin','rahim@uni</a:t>
            </a:r>
            <a:r>
              <a:rPr sz="1100">
                <a:solidFill>
                  <a:srgbClr val="C9D4E5"/>
                </a:solidFill>
                <a:latin typeface="MiSans"/>
              </a:rPr>
              <a:t>.edu','Graduated') ON DUPLICATE KEY </a:t>
            </a:r>
            <a:r>
              <a:rPr sz="900">
                <a:solidFill>
                  <a:srgbClr val="C9D4E5"/>
                </a:solidFill>
                <a:latin typeface="Consolas"/>
              </a:rPr>
              <a:t>UPDATE enrollment_status = 'Graduated'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UPSERT to insert a new enrollment or update grade if the enrollment already exists (based on student_id + course_id combination).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grade upload system needs to insert grades for new enrollments and update grades for existing ones. Write </a:t>
            </a:r>
            <a:r>
              <a:rPr sz="900">
                <a:solidFill>
                  <a:srgbClr val="C9D4E5"/>
                </a:solidFill>
                <a:latin typeface="Consolas"/>
              </a:rPr>
              <a:t>INSERT INTO enrollments (</a:t>
            </a:r>
            <a:r>
              <a:rPr sz="1100">
                <a:solidFill>
                  <a:srgbClr val="C9D4E5"/>
                </a:solidFill>
                <a:latin typeface="MiSans"/>
              </a:rPr>
              <a:t>...) VALUES (...) ON DUPLICATE KEY </a:t>
            </a:r>
            <a:r>
              <a:rPr sz="900">
                <a:solidFill>
                  <a:srgbClr val="C9D4E5"/>
                </a:solidFill>
                <a:latin typeface="Consolas"/>
              </a:rPr>
              <a:t>UPDATE grade = VALUES(grade)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complete UPSERT scenario: A student's phone number must be added if missing, or updated if changed. Use </a:t>
            </a:r>
            <a:r>
              <a:rPr sz="900">
                <a:solidFill>
                  <a:srgbClr val="C9D4E5"/>
                </a:solidFill>
                <a:latin typeface="Consolas"/>
              </a:rPr>
              <a:t>INSERT </a:t>
            </a:r>
            <a:r>
              <a:rPr sz="1100">
                <a:solidFill>
                  <a:srgbClr val="C9D4E5"/>
                </a:solidFill>
                <a:latin typeface="MiSans"/>
              </a:rPr>
              <a:t>... ON DUPLICATE KEY </a:t>
            </a:r>
            <a:r>
              <a:rPr sz="900">
                <a:solidFill>
                  <a:srgbClr val="C9D4E5"/>
                </a:solidFill>
                <a:latin typeface="Consolas"/>
              </a:rPr>
              <a:t>UPDATE phone = VALUES(phone) for student_id = 1 with new phone '01799-999'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SQL-090: UPSERT or MERGE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