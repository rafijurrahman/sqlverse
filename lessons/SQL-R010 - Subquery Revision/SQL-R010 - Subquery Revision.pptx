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SQL-R010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Subquery Revision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Review and reinforce your SQL skills for Subquery.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Subquery Revision through practice.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Combine queries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SQL-R010: Subquery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Subquery Revision?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Subquery Revision through practice.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Reinforcing syntax rules through cumulative practice builds long-term muscle memory.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Review these revision slides after completing a block of core SQL topics.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Subquery Revision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Subquery Revision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SQL-R010: Subquery Revision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Subquery Revision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SQL-R010: Subquery Revision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Subquery Revision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Subquery revision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SQL-R010: Subquery Revision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Skipping practice challenges on revision slides.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Repeating basic syntax errors under revision checks.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edge cases like NULL or empty strings.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unformatted answers for practice questions.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warnings and query execution errors.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different style rules in revision answers.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Cumulative practice builds long-term muscle memory.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Reinforce syntax rules through cumulative coding.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Test queries against edge cases and empty database values.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structured answers with uppercase keywords.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and format queries for revision review.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solution logic in query headers.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SQL-R010: Subquery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Revision consolidates core syntax rules.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Helps identify gaps in query logic.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Improves problem-solving speed.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Prepares for real-world projects.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SQL-R010: Subquery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four subquery types:
(A) Scalar: </a:t>
            </a:r>
            <a:r>
              <a:rPr sz="900">
                <a:solidFill>
                  <a:srgbClr val="C9D4E5"/>
                </a:solidFill>
                <a:latin typeface="Consolas"/>
              </a:rPr>
              <a:t>SELECT (SELECT COUNT(*) FROM orders)</a:t>
            </a:r>
            <a:r>
              <a:rPr sz="1100">
                <a:solidFill>
                  <a:srgbClr val="C9D4E5"/>
                </a:solidFill>
                <a:latin typeface="MiSans"/>
              </a:rPr>
              <a:t>.
(B) </a:t>
            </a:r>
            <a:r>
              <a:rPr sz="900">
                <a:solidFill>
                  <a:srgbClr val="C9D4E5"/>
                </a:solidFill>
                <a:latin typeface="Consolas"/>
              </a:rPr>
              <a:t>WHERE IN: customers with orders above 3000</a:t>
            </a:r>
            <a:r>
              <a:rPr sz="1100">
                <a:solidFill>
                  <a:srgbClr val="C9D4E5"/>
                </a:solidFill>
                <a:latin typeface="MiSans"/>
              </a:rPr>
              <a:t>.
(C) EXISTS: customers with Completed orders.
(D) NOT EXISTS: customers without any orders.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FROM subquery (derived table) to get total spending per customer, then join to customers and filter for spending &gt; 5000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CRM complete analysis:
(A) Find VIP customers and their order count (</a:t>
            </a:r>
            <a:r>
              <a:rPr sz="900">
                <a:solidFill>
                  <a:srgbClr val="C9D4E5"/>
                </a:solidFill>
                <a:latin typeface="Consolas"/>
              </a:rPr>
              <a:t>SELECT subquery)</a:t>
            </a:r>
            <a:r>
              <a:rPr sz="1100">
                <a:solidFill>
                  <a:srgbClr val="C9D4E5"/>
                </a:solidFill>
                <a:latin typeface="MiSans"/>
              </a:rPr>
              <a:t>.
(B) Find Premium customers who have never cancelled (NOT EXISTS).
(C) Find customers with above-average spending (</a:t>
            </a:r>
            <a:r>
              <a:rPr sz="900">
                <a:solidFill>
                  <a:srgbClr val="C9D4E5"/>
                </a:solidFill>
                <a:latin typeface="Consolas"/>
              </a:rPr>
              <a:t>WHERE + aggregate subquery)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correlated subquery to rank customers by spending without using ROW_NUMBER():
For each customer, count how many customers have HIGHER total spending. That count + 1 = their rank.
Display customer name and rank.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SQL-R010: Subquery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