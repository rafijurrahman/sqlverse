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ORDER BY Queries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ORDER BY Queries?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ORDER BY Queries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ORDER BY Queries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Optimizing ORDER BY Queries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ORDER BY Queries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Optimize ORDER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ORDER BY Queries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ORDER BY on the PRIMARY KEY (already indexed, free sort): SELECT * FROM orders ORDER BY order_id</a:t>
            </a:r>
            <a:r>
              <a:rPr sz="1100">
                <a:solidFill>
                  <a:srgbClr val="C9D4E5"/>
                </a:solidFill>
                <a:latin typeface="MiSans"/>
              </a:rPr>
              <a:t>. Fast because InnoDB stores data in PK order.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an index on order_date.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ORDER BY order_date -- uses the index for sorting, avoids filesort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dashboard sorts orders by total_amount DESC. Without an index, MySQL does a filesort (slow on large tables). Create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idx_amount ON orders(total_amount)</a:t>
            </a:r>
            <a:r>
              <a:rPr sz="1100">
                <a:solidFill>
                  <a:srgbClr val="C9D4E5"/>
                </a:solidFill>
                <a:latin typeface="MiSans"/>
              </a:rPr>
              <a:t>. Then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ORDER BY total_amount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index-optimized </a:t>
            </a:r>
            <a:r>
              <a:rPr sz="900">
                <a:solidFill>
                  <a:srgbClr val="C9D4E5"/>
                </a:solidFill>
                <a:latin typeface="Consolas"/>
              </a:rPr>
              <a:t>ORDER BY:</a:t>
            </a:r>
            <a:r>
              <a:rPr sz="1100">
                <a:solidFill>
                  <a:srgbClr val="C9D4E5"/>
                </a:solidFill>
                <a:latin typeface="MiSans"/>
              </a:rPr>
              <a:t>
(A) </a:t>
            </a:r>
            <a:r>
              <a:rPr sz="900">
                <a:solidFill>
                  <a:srgbClr val="C9D4E5"/>
                </a:solidFill>
                <a:latin typeface="Consolas"/>
              </a:rPr>
              <a:t>ORDER BY order_id (PK -- no filesort)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status (index on status -- uses index)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ORDER BY total_amount (no index -- filesort)</a:t>
            </a:r>
            <a:r>
              <a:rPr sz="1100">
                <a:solidFill>
                  <a:srgbClr val="C9D4E5"/>
                </a:solidFill>
                <a:latin typeface="MiSans"/>
              </a:rPr>
              <a:t>.
Write EXPLAIN for all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SQL-178: Optimizing ORDER BY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