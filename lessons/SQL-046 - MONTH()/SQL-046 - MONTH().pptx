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SQL-046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MONTH()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MONTH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MONTH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admission_id,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MONTH(admission_date)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admissions;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admissions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SQL-046: MONTH()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MONTH()?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MONTH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MONTH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MONTH when querying datasets that require MONTH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MONTH()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MONTH()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SQL-046: MONTH()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MONTH()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admission_id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ward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Maternity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admission_id,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MONTH(admission_date)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admissions;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SQL-046: MONTH()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MONTH()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admissions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Admission month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admission_id,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MONTH(admission_date)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admissions;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SQL-046: MONTH()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SQL-046: MONTH()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MONTH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SQL-046: MONTH()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the month from admission_date: MONTH(admission_date). Display admission_id, patient_name, and the month number.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count admissions per month using </a:t>
            </a:r>
            <a:r>
              <a:rPr sz="900">
                <a:solidFill>
                  <a:srgbClr val="C9D4E5"/>
                </a:solidFill>
                <a:latin typeface="Consolas"/>
              </a:rPr>
              <a:t>GROUP BY MONTH(admission_date)</a:t>
            </a:r>
            <a:r>
              <a:rPr sz="1100">
                <a:solidFill>
                  <a:srgbClr val="C9D4E5"/>
                </a:solidFill>
                <a:latin typeface="MiSans"/>
              </a:rPr>
              <a:t>. Order by month.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hospital management wants to know which month had the most admissions in 2024. Write a query grouped by MONTH(admission_date) with COUNT(*) and </a:t>
            </a:r>
            <a:r>
              <a:rPr sz="900">
                <a:solidFill>
                  <a:srgbClr val="C9D4E5"/>
                </a:solidFill>
                <a:latin typeface="Consolas"/>
              </a:rPr>
              <a:t>ORDER BY count descending</a:t>
            </a:r>
            <a:r>
              <a:rPr sz="1100">
                <a:solidFill>
                  <a:srgbClr val="C9D4E5"/>
                </a:solidFill>
                <a:latin typeface="MiSans"/>
              </a:rPr>
              <a:t>. Limit to 1.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patient_name, MONTH(admission_date) as "Admission Month", and MONTH(discharge_date) as "Discharge Month" for all discharged patients. Filter to show patients whose discharge month is different from admission month.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SQL-046: MONTH()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