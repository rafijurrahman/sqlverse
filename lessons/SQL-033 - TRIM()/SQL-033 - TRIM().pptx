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SQL-033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TRIM()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Master the TRIM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TRIM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TRIM(first_name)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employees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SQL-033: TRIM()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What is TRIM()?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TRIM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Understanding TRIM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TRIM when querying datasets that require TRIM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TRIM()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TRIM()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SQL-033: TRIM()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How Does TRIM()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employee_id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employee_code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Arif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Hossain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Sultana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EMP-003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TRIM(first_name)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Arif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Sultana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SQL-033: TRIM()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TRIM()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Trim spaces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first_name,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TRIM(first_name)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TRIM(first_name)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Arif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Arif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Sultana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Sultana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SQL-033: TRIM()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SQL-033: TRIM()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TRIM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SQL-033: TRIM()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apply TRIM() to the first_name column. Show first_name and TRIM(first_name) side by side.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TRIM both first_name and last_name, then CONCAT them: CONCAT(TRIM(first_name), ' ', TRIM(last_name)) as "Clean Full Name".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Data was imported with extra spaces in the job_title field. Write a query to clean job_title using TRIM() and display employee_id, original job_title length, and trimmed job_title length to verify no extra spaces exist.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display TRIM(UPPER(first_name)) as "Cleaned Name" and TRIM(LOWER(email)) as "Cleaned Email" for all employees. This simulates data cleaning before a database migration.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SQL-033: TRIM()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