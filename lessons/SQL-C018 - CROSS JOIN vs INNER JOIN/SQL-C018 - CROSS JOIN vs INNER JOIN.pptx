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CROSS JOIN vs INNER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CROSS JOIN and INNER JOIN.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CROSS JOIN and INNER JOIN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CROSS JOIN stores 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stores s ON p.product_id = s.store_id;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INNER JOIN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SQL-C018: CROSS JOIN vs INNER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CROSS JOIN vs INNER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CROSS JOIN and INNER JOIN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CROSS JOIN vs INNER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CROSS JOIN vs INNER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SQL-C018: CROSS JOIN vs INNER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CROSS JOIN vs INNER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120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CROSS JOIN stores 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stores s ON p.product_id = s.store_id;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SQL-C018: CROSS JOIN vs INNER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CROSS JOIN vs INNER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CROSS vs INNER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CROSS JOIN stores 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s.store_name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stores s ON p.product_id = s.store_id;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SQL-C018: CROSS JOIN vs INNER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SQL-C018: CROSS JOIN vs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CROSS JOIN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INNER JOIN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SQL-C018: CROSS JOIN vs INNER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products (3 rows) and stores (3 rows)</a:t>
            </a:r>
            <a:r>
              <a:rPr sz="1100">
                <a:solidFill>
                  <a:srgbClr val="C9D4E5"/>
                </a:solidFill>
                <a:latin typeface="MiSans"/>
              </a:rPr>
              <a:t>. Result: 9 rows (3×3). Then write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that produces fewer rows (requires a matching column)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has no ON condition</a:t>
            </a:r>
            <a:r>
              <a:rPr sz="1100">
                <a:solidFill>
                  <a:srgbClr val="C9D4E5"/>
                </a:solidFill>
                <a:latin typeface="MiSans"/>
              </a:rPr>
              <a:t>.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requires ON</a:t>
            </a:r>
            <a:r>
              <a:rPr sz="1100">
                <a:solidFill>
                  <a:srgbClr val="C9D4E5"/>
                </a:solidFill>
                <a:latin typeface="MiSans"/>
              </a:rPr>
              <a:t>. Write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products × stores showing all combinations</a:t>
            </a:r>
            <a:r>
              <a:rPr sz="1100">
                <a:solidFill>
                  <a:srgbClr val="C9D4E5"/>
                </a:solidFill>
                <a:latin typeface="MiSans"/>
              </a:rPr>
              <a:t>. Then add a hypothetical ON condition to show the difference.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Use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to generate a complete product catalog for all stores</a:t>
            </a:r>
            <a:r>
              <a:rPr sz="1100">
                <a:solidFill>
                  <a:srgbClr val="C9D4E5"/>
                </a:solidFill>
                <a:latin typeface="MiSans"/>
              </a:rPr>
              <a:t>.
(B) Explain when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would be used instead (when there's a relationship)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CROSS </a:t>
            </a:r>
            <a:r>
              <a:rPr sz="900">
                <a:solidFill>
                  <a:srgbClr val="C9D4E5"/>
                </a:solidFill>
                <a:latin typeface="Consolas"/>
              </a:rPr>
              <a:t>JOIN and count the result (3 × 3 = 9)</a:t>
            </a:r>
            <a:r>
              <a:rPr sz="1100">
                <a:solidFill>
                  <a:srgbClr val="C9D4E5"/>
                </a:solidFill>
                <a:latin typeface="MiSans"/>
              </a:rPr>
              <a:t>. Then add a </a:t>
            </a:r>
            <a:r>
              <a:rPr sz="900">
                <a:solidFill>
                  <a:srgbClr val="C9D4E5"/>
                </a:solidFill>
                <a:latin typeface="Consolas"/>
              </a:rPr>
              <a:t>WHERE clause to filter specific combinations: WHERE stores</a:t>
            </a:r>
            <a:r>
              <a:rPr sz="1100">
                <a:solidFill>
                  <a:srgbClr val="C9D4E5"/>
                </a:solidFill>
                <a:latin typeface="MiSans"/>
              </a:rPr>
              <a:t>.region = 'Central'. Show how </a:t>
            </a:r>
            <a:r>
              <a:rPr sz="900">
                <a:solidFill>
                  <a:srgbClr val="C9D4E5"/>
                </a:solidFill>
                <a:latin typeface="Consolas"/>
              </a:rPr>
              <a:t>WHERE reduces CROSS JOIN output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SQL-C018: CROSS JOIN vs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