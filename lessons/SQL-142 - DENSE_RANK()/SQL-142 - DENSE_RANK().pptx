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DENSE_RANK()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DENSE_RANK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DENSE_RANK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DENSE_RANK()?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DENSE_RANK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DENSE_RANK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DENSE_RANK when querying datasets that require DENSE_RANK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DENSE_RANK()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DENSE_RANK()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DENSE_RANK()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DENSE_RANK()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DENSE_RANK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DENSE_RANK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DENSE_RANK() to rank sales by revenue. Note: DENSE_RANK does not skip numbers after ties.
DENSE_RANK()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dense_rnk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comparing RANK() and DENSE_RANK() side by side. Add two rows with the same revenue to see the difference: in the data, sale 1 (1700.00) and sale 3 (1200.00) and sale 4 (2500.00) show no ties, so observe with existing data.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Rank stores by total revenue using DENSE_RANK so tied stores share the same rank without gaps: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store_rev AS (SELECT store, SUM(revenue) AS total FROM sales GROUP BY store)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total, DENSE_RANK() OVER (ORDER BY total DESC) AS rank FROM store_rev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RANK() vs DENSE_RANK() for categories (grouped by category):
</a:t>
            </a:r>
            <a:r>
              <a:rPr sz="900">
                <a:solidFill>
                  <a:srgbClr val="C9D4E5"/>
                </a:solidFill>
                <a:latin typeface="Consolas"/>
              </a:rPr>
              <a:t>WITH cat_sum AS (SELECT category, SUM(revenue) AS total FROM sales GROUP BY category)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total, RANK() OVER (ORDER BY total DESC) AS rnk, DENSE_RANK() OVER (ORDER BY total DESC) AS dense_rnk FROM cat_sum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SQL-142: DENSE_RANK()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