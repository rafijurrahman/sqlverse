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FROM → JOIN → WHERE → GROUP BY → HAVING → ORDER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FROM → JOIN → WHERE → GROUP BY → HAVING → ORDER BY.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FROM → JOIN → WHERE → GROUP BY → HAVING → ORDER BY.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o.total_amount &gt; 2000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o.total_amount DESC;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 is FROM → JOIN → WHERE → GROUP BY → HAVING → ORDER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FROM → JOIN → WHERE → GROUP BY → HAVING → ORDER BY.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FROM → JOIN → WHERE → GROUP BY → HAVING → ORDER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FROM → JOIN → WHERE → GROUP BY → HAVING → ORDER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FROM → JOIN → WHERE → GROUP BY → HAVING → ORDER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o.total_amount &gt; 2000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o.total_amount DESC;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Nasrin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FROM → JOIN → WHERE → GROUP BY → HAVING → ORDER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Complete execution flow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o.total_amount &gt; 2000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o.total_amount DESC;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Nasrin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simple </a:t>
            </a:r>
            <a:r>
              <a:rPr sz="900">
                <a:solidFill>
                  <a:srgbClr val="C9D4E5"/>
                </a:solidFill>
                <a:latin typeface="Consolas"/>
              </a:rPr>
              <a:t>JOIN that you can trace step by step: FROM → JOIN → WHERE → SELECT → ORDER BY</a:t>
            </a:r>
            <a:r>
              <a:rPr sz="1100">
                <a:solidFill>
                  <a:srgbClr val="C9D4E5"/>
                </a:solidFill>
                <a:latin typeface="MiSans"/>
              </a:rPr>
              <a:t>. Show each clause in order.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multi-table query tracing all clauses: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JOIN orders o ON 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JOIN order_items oi ON 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WHERE o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HAVING SUM(oi</a:t>
            </a:r>
            <a:r>
              <a:rPr sz="1100">
                <a:solidFill>
                  <a:srgbClr val="C9D4E5"/>
                </a:solidFill>
                <a:latin typeface="MiSans"/>
              </a:rPr>
              <a:t>.quantity) &gt; 2 </a:t>
            </a:r>
            <a:r>
              <a:rPr sz="900">
                <a:solidFill>
                  <a:srgbClr val="C9D4E5"/>
                </a:solidFill>
                <a:latin typeface="Consolas"/>
              </a:rPr>
              <a:t>SELECT c</a:t>
            </a:r>
            <a:r>
              <a:rPr sz="1100">
                <a:solidFill>
                  <a:srgbClr val="C9D4E5"/>
                </a:solidFill>
                <a:latin typeface="MiSans"/>
              </a:rPr>
              <a:t>.first_name, SUM </a:t>
            </a:r>
            <a:r>
              <a:rPr sz="900">
                <a:solidFill>
                  <a:srgbClr val="C9D4E5"/>
                </a:solidFill>
                <a:latin typeface="Consolas"/>
              </a:rPr>
              <a:t>ORDER BY total DESC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Complete business query: Find Dhaka customers with 2+ completed orders totaling over 5000. Show name, order count, and total. Write with all 7 execution steps labeled in comments.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the most complex query you can using: 3 joins, </a:t>
            </a:r>
            <a:r>
              <a:rPr sz="900">
                <a:solidFill>
                  <a:srgbClr val="C9D4E5"/>
                </a:solidFill>
                <a:latin typeface="Consolas"/>
              </a:rPr>
              <a:t>WHERE, GROUP BY, HAVING, and ORDER BY</a:t>
            </a:r>
            <a:r>
              <a:rPr sz="1100">
                <a:solidFill>
                  <a:srgbClr val="C9D4E5"/>
                </a:solidFill>
                <a:latin typeface="MiSans"/>
              </a:rPr>
              <a:t>. Show the complete execution flow. Trace what the data looks like after each step in a comment.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SQL-W005: FROM → JOIN → WHERE → GROUP BY → HAVING →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