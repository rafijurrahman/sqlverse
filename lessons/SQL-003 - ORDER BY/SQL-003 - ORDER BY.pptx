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A0BF"/>
                </a:solidFill>
                <a:latin typeface="MiSans"/>
              </a:rPr>
              <a:t>SQL-003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ORDER BY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D4E5"/>
                </a:solidFill>
                <a:latin typeface="MiSans"/>
              </a:rPr>
              <a:t>Sort and organize your query results.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ORDER BY clause is used to sort the result set of a query in ascending or descending order based on one or more columns.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ORDER BY price ASC;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Sort Order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Sorted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ORDER BY?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ORDER BY is a clause used to sort rows. It rearranges the returned records based on the values in one or more specified columns.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Unsorted data makes it impossible to find top-selling products, oldest accounts, or prioritize tasks. Sorting makes reports scannable.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Use ORDER BY whenever you need to present data in a structured order — such as high-to-low prices, alphabetical names, or chronological events.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Sort Order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price ASC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Lowest to highest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ORDER BY is executed after SELECT, making it the last major clause to run.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ORDER BY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238810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Sony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65878" y="2091182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product_id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product_name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ORDER BY price ASC;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139141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Desk Lamp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ORDER BY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table_name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ORDER BY column_name ASC|DESC;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A retail store manager wants to view their entire product list sorted by price from lowest to highest to identify budget-friendly items.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ORDER BY price ASC;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39141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Sony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Desk Lamp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Philips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huge datasets on unindexed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column position numbers instead of names in ORDER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sorting is automatic without an ORDER BY.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by multiple columns randomly without ties.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sort fields with different case rules.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ORDER BY before WHERE or GROUP BY.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columns that are frequently used for sorting.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specify explicit names of sorting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Declare ASC or DESC explicitly for clarity.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ORDER BY as the final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multi-column sort criteria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sort keys utilize index pathways for speed.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ORDER BY rearranges rows in the result set.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ASC sorts low-to-high, DESC sorts high-to-low.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Multiple columns can be specified for secondary sorting.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Sorting is executed after filtering (WHERE) is complete.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sorted by price from lowest to highest.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sorted by category alphabetically, and within each category sorted by price from highest to lowest.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purchasing manager wants to see the product list ordered by stock level ascending so they can quickly identify items that need restocking.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product_name, brand, and price for all products. Sort the results by brand name alphabetically (A to Z), and for the same brand, sort by price from highest to lowest.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SQL-003: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754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2026-07-09T17:38:27Z</dcterms:modified>
</cp:coreProperties>
</file>