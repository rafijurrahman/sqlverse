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INNER JOIN vs LEFT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INNER JOIN and LEFT JOIN.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INNER JOIN and LEFT JOIN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LEFT JOIN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SQL-C016: INNER JOIN vs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INNER JOIN vs LEFT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INNER JOIN and LEFT JOIN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INNER JOIN vs LEFT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INNER JOIN vs LEFT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SQL-C016: INNER JOIN vs LEFT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INNER JOIN vs LEFT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SQL-C016: INNER JOIN vs LEFT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INNER JOIN vs LEFT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INNER vs LEFT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SQL-C016: INNER JOIN vs LEFT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SQL-C016: INNER JOIN vs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INNER JOIN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LEFT JOIN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SQL-C016: INNER JOIN vs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</a:t>
            </a:r>
            <a:r>
              <a:rPr sz="1100">
                <a:solidFill>
                  <a:srgbClr val="C9D4E5"/>
                </a:solidFill>
                <a:latin typeface="MiSans"/>
              </a:rPr>
              <a:t>. Count how many rows result.
Write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</a:t>
            </a:r>
            <a:r>
              <a:rPr sz="1100">
                <a:solidFill>
                  <a:srgbClr val="C9D4E5"/>
                </a:solidFill>
                <a:latin typeface="MiSans"/>
              </a:rPr>
              <a:t>. Count how many rows result.
Observe the difference.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returns only matched rows</a:t>
            </a:r>
            <a:r>
              <a:rPr sz="1100">
                <a:solidFill>
                  <a:srgbClr val="C9D4E5"/>
                </a:solidFill>
                <a:latin typeface="MiSans"/>
              </a:rPr>
              <a:t>.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returns all left-table rows</a:t>
            </a:r>
            <a:r>
              <a:rPr sz="1100">
                <a:solidFill>
                  <a:srgbClr val="C9D4E5"/>
                </a:solidFill>
                <a:latin typeface="MiSans"/>
              </a:rPr>
              <a:t>.
Write both joins and filter to show the rows that appear in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but NOT in INNER JOIN (WHERE orders</a:t>
            </a:r>
            <a:r>
              <a:rPr sz="1100">
                <a:solidFill>
                  <a:srgbClr val="C9D4E5"/>
                </a:solidFill>
                <a:latin typeface="MiSans"/>
              </a:rPr>
              <a:t>.order_id IS NULL).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Marketing needs customers </a:t>
            </a:r>
            <a:r>
              <a:rPr sz="900">
                <a:solidFill>
                  <a:srgbClr val="C9D4E5"/>
                </a:solidFill>
                <a:latin typeface="Consolas"/>
              </a:rPr>
              <a:t>WITH orders: use INNER JOIN</a:t>
            </a:r>
            <a:r>
              <a:rPr sz="1100">
                <a:solidFill>
                  <a:srgbClr val="C9D4E5"/>
                </a:solidFill>
                <a:latin typeface="MiSans"/>
              </a:rPr>
              <a:t>.
(B) Marketing needs ALL customers including those without orders: use LEFT </a:t>
            </a:r>
            <a:r>
              <a:rPr sz="900">
                <a:solidFill>
                  <a:srgbClr val="C9D4E5"/>
                </a:solidFill>
                <a:latin typeface="Consolas"/>
              </a:rPr>
              <a:t>JOIN.</a:t>
            </a:r>
            <a:r>
              <a:rPr sz="1100">
                <a:solidFill>
                  <a:srgbClr val="C9D4E5"/>
                </a:solidFill>
                <a:latin typeface="MiSans"/>
              </a:rPr>
              <a:t>
Write both queries showing customer name, order_id, and total_amount.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verify: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row count = INNER JOIN row count + unmatched customer count</a:t>
            </a:r>
            <a:r>
              <a:rPr sz="1100">
                <a:solidFill>
                  <a:srgbClr val="C9D4E5"/>
                </a:solidFill>
                <a:latin typeface="MiSans"/>
              </a:rPr>
              <a:t>. Write all three counts and verify the math.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SQL-C016: INNER JOIN vs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