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SQL-040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LOCATE()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LOCATE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LOCATE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LOCATE('@', email) AS "At Position"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employees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SQL-040: LOCATE()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LOCATE()?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LOCATE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LOCATE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LOCATE when querying datasets that require LOCATE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LOCATE()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LOCATE()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SQL-040: LOCATE()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LOCATE()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employee_code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Hossain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LOCATE('@', email) AS "At Position"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SQL-040: LOCATE()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LOCATE()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Locate text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LOCATE('@', email) AS "At Position"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SQL-040: LOCATE()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SQL-040: LOCATE()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LOCATE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SQL-040: LOCATE()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the position of '@' in each employee's email using LOCATE('@', email). Label it "At Position".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locate the position of '-' in employee_code using LOCATE('-', employee_code). Display employee_code and "Dash Position".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HR needs to validate that all emails contain '@company.com'. Use LOCATE('@company.com', email) &gt; 0 to find valid emails. Display employee_id and email.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the position of the second '.' in email using LOCATE('.', email, LOCATE('.', email) + 1) to search from position after the first dot. Display employee_id, email, and "Second Dot Position".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SQL-040: LOCATE()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