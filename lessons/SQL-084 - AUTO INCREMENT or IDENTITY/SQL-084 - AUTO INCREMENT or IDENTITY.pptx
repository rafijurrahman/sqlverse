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AUTO INCREMENT or IDENTITY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student_id;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AUTO INCREMENT or IDENTITY?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AUTO INCREMENT or IDENTITY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AUTO INCREMENT or IDENTITY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AUTO INCREMENT or IDENTITY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student_id;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AUTO INCREMENT or IDENTITY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AUTO INCREMENT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student_id;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AUTO INCREMENT or IDENTITY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query to display all student_id values in order</a:t>
            </a:r>
            <a:r>
              <a:rPr sz="1100">
                <a:solidFill>
                  <a:srgbClr val="C9D4E5"/>
                </a:solidFill>
                <a:latin typeface="MiSans"/>
              </a:rPr>
              <a:t>. AUTO_INCREMENT ensures they are sequential integers.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lecture_attendance with: log_id INT PRIMARY KEY AUTO_INCREMENT, student_id INT NOT NULL, lecture_date DATE NOT NULL, status VARCHAR(20) DEFAULT 'Present'</a:t>
            </a:r>
            <a:r>
              <a:rPr sz="1100">
                <a:solidFill>
                  <a:srgbClr val="C9D4E5"/>
                </a:solidFill>
                <a:latin typeface="MiSans"/>
              </a:rPr>
              <a:t>. The log_id is auto-generated.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library system needs auto-generated book IDs.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book_loans: loan_id INT PRIMARY KEY AUTO_INCREMENT, student_id INT, book_isbn VARCHAR(20), loan_date DATE NOT NULL, return_date DATE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 that does NOT specify the AUTO_INCREMENT column (student_id equivalent) — let it auto-generate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verify the new row got an auto-generated ID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SQL-084: AUTO INCREMENT or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