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Percent of Total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Percent of Total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Percent of Total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ROUND(revenue / SUM(revenue) OVER () * 100, 2) AS `Pct of Total`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SQL-152: Percent of Total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Percent of Total?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Percent of Total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Percent of Total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Percent of Total when querying datasets that require Percent of Total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Percent of Total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Percent of Total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SQL-152: Percent of Total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Percent of Total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ROUND(revenue / SUM(revenue) OVER () * 100, 2) AS `Pct of Total`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SQL-152: Percent of Total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Percent of Total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Percent of total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ROUND(revenue / SUM(revenue) OVER () * 100, 2) AS `Pct of Total`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SQL-152: Percent of Total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SQL-152: Percent of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Percent of Total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SQL-152: Percent of Total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each sale as a percentage of total revenue:
ROUND(revenue / SUM(revenue) OVER () * 100, 2) AS "Pct of Total".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each sale as a percentage of its region's total:
ROUND(revenue / SUM(revenue) OVER (PARTITION BY region) * 100, 2) AS "Pct of Region".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dashboard needs contribution analysis. Display each sale with:
- Percent of category total: revenue / SUM(revenue) OVER (PARTITION BY category) * 100
- Percent of grand total: revenue / SUM(revenue) OVER () * 100
Round both to 2 decimal places.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showing all percentage breakdowns:
(A) Pct of category, (B) Pct of region, (C) Pct of grand total.
Display: product, category, region, revenue, and all three percentages.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SQL-152: Percent of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