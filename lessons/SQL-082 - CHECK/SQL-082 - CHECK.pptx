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SQL-082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CHECK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CHECK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CHECK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gpa &lt; 0 OR gpa &gt; 4.0;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SQL-082: CHECK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CHECK?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CHECK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CHECK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CHECK when querying datasets that require CHECK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CHECK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CHECK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SQL-082: CHECK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CHECK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gpa &lt; 0 OR gpa &gt; 4.0;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SQL-082: CHECK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CHECK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CHECK constraint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gpa &lt; 0 OR gpa &gt; 4.0;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SQL-082: CHECK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SQL-082: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CHECK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SQL-082: CHECK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SELECT query to verify all students have valid GPA: SELECT * FROM students WHERE gpa &lt; 0 OR gpa &gt; 4</a:t>
            </a:r>
            <a:r>
              <a:rPr sz="1100">
                <a:solidFill>
                  <a:srgbClr val="C9D4E5"/>
                </a:solidFill>
                <a:latin typeface="MiSans"/>
              </a:rPr>
              <a:t>.0. Should return 0 rows (CHECK constraint would prevent invalid values).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for student_scores with a CHECK constraint: score DECIMAL(5,2) NOT NULL CHECK (score &gt;= 0 AND score &lt;= 100), grade VARCHAR(5) NOT NULL CHECK (grade IN ('A+', 'A', 'A-', 'B+', 'B', 'B-', 'C', 'D', 'F'))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university's system must validate age at enrollment: students must be at least 16. Write a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for age_verified_students with CHECK (YEAR(CURRENT_DATE) - YEAR(date_of_birth) &gt;= 16)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verify the students table data would pass CHECK validation: </a:t>
            </a:r>
            <a:r>
              <a:rPr sz="900">
                <a:solidFill>
                  <a:srgbClr val="C9D4E5"/>
                </a:solidFill>
                <a:latin typeface="Consolas"/>
              </a:rPr>
              <a:t>WHERE gpa NOT BETWEEN 0 AND 4</a:t>
            </a:r>
            <a:r>
              <a:rPr sz="1100">
                <a:solidFill>
                  <a:srgbClr val="C9D4E5"/>
                </a:solidFill>
                <a:latin typeface="MiSans"/>
              </a:rPr>
              <a:t>.0 OR enrollment_status NOT IN ('Active', 'Inactive', 'Graduated'). This simulates what a CHECK constraint would enforce.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SQL-082: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