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SQL-C025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CTE vs Subquery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Understand the key differences between CTE and Subquery.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CTE and Subquery highlights distinct operational and performance differences.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Evaluate Subquery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SQL-C025: CTE vs Subquery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CTE vs Subquery?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CTE and Subquery highlights distinct operational and performance differences.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Choosing the wrong syntax or operator can cause bugs and slow database execution.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Compare these operations when designing queries for performance and clarity.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CTE vs Subquery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CTE vs Subquery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SQL-C025: CTE vs Subquery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CTE vs Subquery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SQL-C025: CTE vs Subquery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CTE vs Subquery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CTE vs Subquery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SQL-C025: CTE vs Subquery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correlated subqueries that run for every single row.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subqueries in SELECT must return one value.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Nesting subqueries too deeply (makes SQL unreadable).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multiple nested subqueries in SELECT.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performance bottlenecks caused by subqueries.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Leaving subqueries without clear formatting.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JOINs or CTEs instead of correlated subqueries.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scalar subqueries return exactly one row and column.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Keep subquery logic clean, simple, and self-contained.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Indent subqueries cleanly inside parentheses.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CTEs to break down complex nested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Document the purpose of nested lookups in comments.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SQL-C025: CTE vs Subquery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CTE for specific single-condition tasks.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Choose Subquery when scaling complexity.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Understand performance differences.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Verify query compatibility.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SQL-C025: CTE vs Subquery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the same query two ways -- find above-average revenue sales:
(A) Using CTE: </a:t>
            </a:r>
            <a:r>
              <a:rPr sz="900">
                <a:solidFill>
                  <a:srgbClr val="C9D4E5"/>
                </a:solidFill>
                <a:latin typeface="Consolas"/>
              </a:rPr>
              <a:t>WITH avg_cte AS (SELECT AVG(revenue) AS avg_val FROM sales) SELECT * FROM sales, avg_cte WHERE revenue &gt; avg_val</a:t>
            </a:r>
            <a:r>
              <a:rPr sz="1100">
                <a:solidFill>
                  <a:srgbClr val="C9D4E5"/>
                </a:solidFill>
                <a:latin typeface="MiSans"/>
              </a:rPr>
              <a:t>.
(B) Using subquery: </a:t>
            </a:r>
            <a:r>
              <a:rPr sz="900">
                <a:solidFill>
                  <a:srgbClr val="C9D4E5"/>
                </a:solidFill>
                <a:latin typeface="Consolas"/>
              </a:rPr>
              <a:t>WHERE revenue &gt; (SELECT AVG(revenue) FROM sales)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Find top region by revenue:
(A) CTE approach: define region totals in CTE, then filter.
(B) Subquery approach: nested </a:t>
            </a:r>
            <a:r>
              <a:rPr sz="900">
                <a:solidFill>
                  <a:srgbClr val="C9D4E5"/>
                </a:solidFill>
                <a:latin typeface="Consolas"/>
              </a:rPr>
              <a:t>SELECT to find max total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CTEs improve readability. Write a complex report using CTE (readable) and the equivalent using nested subqueries (less readable). Show the same result both ways.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CTEs can be referenced multiple times, subqueries cannot. Write a CTE used twice in the same query:
</a:t>
            </a:r>
            <a:r>
              <a:rPr sz="900">
                <a:solidFill>
                  <a:srgbClr val="C9D4E5"/>
                </a:solidFill>
                <a:latin typeface="Consolas"/>
              </a:rPr>
              <a:t>WITH region_summary AS (</a:t>
            </a:r>
            <a:r>
              <a:rPr sz="1100">
                <a:solidFill>
                  <a:srgbClr val="C9D4E5"/>
                </a:solidFill>
                <a:latin typeface="MiSans"/>
              </a:rPr>
              <a:t>...)
</a:t>
            </a:r>
            <a:r>
              <a:rPr sz="900">
                <a:solidFill>
                  <a:srgbClr val="C9D4E5"/>
                </a:solidFill>
                <a:latin typeface="Consolas"/>
              </a:rPr>
              <a:t>SELECT r1</a:t>
            </a:r>
            <a:r>
              <a:rPr sz="1100">
                <a:solidFill>
                  <a:srgbClr val="C9D4E5"/>
                </a:solidFill>
                <a:latin typeface="MiSans"/>
              </a:rPr>
              <a:t>.region, r2.total </a:t>
            </a:r>
            <a:r>
              <a:rPr sz="900">
                <a:solidFill>
                  <a:srgbClr val="C9D4E5"/>
                </a:solidFill>
                <a:latin typeface="Consolas"/>
              </a:rPr>
              <a:t>FROM region_summary r1 JOIN region_summary r2 ON </a:t>
            </a:r>
            <a:r>
              <a:rPr sz="1100">
                <a:solidFill>
                  <a:srgbClr val="C9D4E5"/>
                </a:solidFill>
                <a:latin typeface="MiSans"/>
              </a:rPr>
              <a:t>... (self-reference).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SQL-C025: CTE vs Subquery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