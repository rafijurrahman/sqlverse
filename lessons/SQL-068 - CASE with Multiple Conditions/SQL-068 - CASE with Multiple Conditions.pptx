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SQL-068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CASE with Multiple Conditions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CASE with Multiple Conditions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CASE with Multiple Conditions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transaction_id,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transaction_type,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amount,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WHEN transaction_type = 'Credit' AND amount &gt; 100000 THEN 'Large Credit' WHEN transaction_type = 'Credit' AND amount &gt; 10000 THEN 'Medium Credit' WHEN transaction_type = 'Credit' THEN 'Small Credit' WHEN transaction_type = 'Debit' AND amount &gt; 50000 THEN 'Large Debit' ELSE 'Small Debit' END AS "Transaction Class"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transactions;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SQL-068: CASE with Multiple Conditions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CASE with Multiple Conditions?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CASE with Multiple Conditions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CASE with Multiple Conditions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CASE with Multiple Conditions when querying datasets that require CASE with Multiple Conditions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CASE with Multiple Conditions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CASE with Multiple Conditions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SQL-068: CASE with Multiple Conditions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CASE with Multiple Conditions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rahim@bank.com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fatema@bank.com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transaction_id,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transaction_type,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amount,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WHEN transaction_type = 'Credit' AND amount &gt; 100000 THEN 'Large Credit' WHEN transaction_type = 'Credit' AND amount &gt; 10000 THEN 'Medium Credit' WHEN transaction_type = 'Credit' THEN 'Small Credit' WHEN transaction_type = 'Debit' AND amount &gt; 50000 THEN 'Large Debit' ELSE 'Small Debit' END AS "Transaction Class"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transactions;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transaction_id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SQL-068: CASE with Multiple Conditions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CASE with Multiple Conditions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Transaction category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transaction_id,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transaction_type,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amount,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WHEN transaction_type = 'Credit' AND amount &gt; 100000 THEN 'Large Credit' WHEN transaction_type = 'Credit' AND amount &gt; 10000 THEN 'Medium Credit' WHEN transaction_type = 'Credit' THEN 'Small Credit' WHEN transaction_type = 'Debit' AND amount &gt; 50000 THEN 'Large Debit' ELSE 'Small Debit' END AS "Transaction Class"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transactions;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transaction_id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transaction_type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amount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Credit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50000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Debit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15000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Credit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180000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SQL-068: CASE with Multiple Conditions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SQL-068: CASE with Multiple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CASE with Multiple Conditions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SQL-068: CASE with Multiple Conditions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classify transactions by type and amount using CASE with multiple WHEN conditions:
- Credit &gt; 100000: 'Large Credit'
- Credit &gt; 10000:  'Medium Credit'
- Credit else:     'Small Credit'
- Debit &gt; 50000:   'Large Debit'
- else:            'Small Debit'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categorize transactions by risk_level AND transaction_type. High-risk debits get 'ALERT', high-risk credits get 'REVIEW', others get 'NORMAL'. Label it "Action Required".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compliance team needs a transaction audit. Classify each transaction using CASE on both risk_level and amount: High risk + amount &gt; 100000 = 'CRITICAL', High risk = 'WARNING', else = 'NORMAL'.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CASE in a </a:t>
            </a:r>
            <a:r>
              <a:rPr sz="900">
                <a:solidFill>
                  <a:srgbClr val="C9D4E5"/>
                </a:solidFill>
                <a:latin typeface="Consolas"/>
              </a:rPr>
              <a:t>WHERE-like manner: count transactions per action category (use CASE in SELECT, then wrap in a subquery to GROUP BY the label)</a:t>
            </a:r>
            <a:r>
              <a:rPr sz="1100">
                <a:solidFill>
                  <a:srgbClr val="C9D4E5"/>
                </a:solidFill>
                <a:latin typeface="MiSans"/>
              </a:rPr>
              <a:t>. Display category label and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SQL-068: CASE with Multiple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