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SUM()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SUM()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SUM()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SUM()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SUM()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SUM()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Revenue by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SUM(quantity)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SUM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quantity sold per category: SUM(quantity) grouped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per store: SUM(quantity * unit_price) grouped by store.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a store revenue summary. For each store, show total revenue (SUM of quantity * unit_price), sorted by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and total cost per category. Display category, total revenue, total cost, and total profit. Sort by total profit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SQL-059: SUM()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