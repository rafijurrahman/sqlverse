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CURRENT_TIME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CURRENT_TIME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CURRENT_TIME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CURRENT_TIME?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CURRENT_TIME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CURRENT_TIME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CURRENT_TIME when querying datasets that require CURRENT_TIME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CURRENT_TIME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CURRENT_TIME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CURRENT_TIME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CURRENT_TIME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Current time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CURRENT_TIME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CURRENT_TIME alongside all appointment records.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compare each appointment_time with CURRENT_TIME to see which appointments today would be in the past or future.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wants to see appointments scheduled in the morning (appointment_time &lt; '12:00:00'). Write a query to display those appointments.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patient_name, appointment_time, CURRENT_TIME as "Now", and TIMEDIFF(appointment_time, '09:00:00') as "Time After 9AM". Sort by appointment_time.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SQL-042: CURRENT_TIME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