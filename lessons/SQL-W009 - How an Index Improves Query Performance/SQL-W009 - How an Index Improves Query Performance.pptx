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an Index Improves Query Performance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How an Index Improves Query Performance.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How an Index Improves Query Performance.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How an Index Improves Query Performance?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How an Index Improves Query Performance.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How an Index Improves Query Performance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How an Index Improves Query Performance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How Does How an Index Improves Query Performance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an Index Improves Query Performance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Index workflow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Step 1: Write a slow query: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status = 'Completed' AND order_date &gt; '2024-02-01'</a:t>
            </a:r>
            <a:r>
              <a:rPr sz="1100">
                <a:solidFill>
                  <a:srgbClr val="C9D4E5"/>
                </a:solidFill>
                <a:latin typeface="MiSans"/>
              </a:rPr>
              <a:t>.
Step 2: Create index: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idx_status_date ON orders(status, order_date)</a:t>
            </a:r>
            <a:r>
              <a:rPr sz="1100">
                <a:solidFill>
                  <a:srgbClr val="C9D4E5"/>
                </a:solidFill>
                <a:latin typeface="MiSans"/>
              </a:rPr>
              <a:t>.
Step 3: Run the same query and compare.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Full workflow:
(1)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customer_id = 1 (before index)</a:t>
            </a:r>
            <a:r>
              <a:rPr sz="1100">
                <a:solidFill>
                  <a:srgbClr val="C9D4E5"/>
                </a:solidFill>
                <a:latin typeface="MiSans"/>
              </a:rPr>
              <a:t>.
(2)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 idx_customer ON orders(customer_id)</a:t>
            </a:r>
            <a:r>
              <a:rPr sz="1100">
                <a:solidFill>
                  <a:srgbClr val="C9D4E5"/>
                </a:solidFill>
                <a:latin typeface="MiSans"/>
              </a:rPr>
              <a:t>.
(3)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customer_id = 1 (after index)</a:t>
            </a:r>
            <a:r>
              <a:rPr sz="1100">
                <a:solidFill>
                  <a:srgbClr val="C9D4E5"/>
                </a:solidFill>
                <a:latin typeface="MiSans"/>
              </a:rPr>
              <a:t>.
Write all steps.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Database tuning workflow: identify the most frequent query, create an appropriate index, verify with EXPLAIN, then monitor.
Write: (1) Identify slow query, (2) </a:t>
            </a:r>
            <a:r>
              <a:rPr sz="900">
                <a:solidFill>
                  <a:srgbClr val="C9D4E5"/>
                </a:solidFill>
                <a:latin typeface="Consolas"/>
              </a:rPr>
              <a:t>CREATE INDEX, (3) Verify with EXPLAIN, (4) DROP INDEX if not helpful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complete index audit: SHOW INDEX </a:t>
            </a:r>
            <a:r>
              <a:rPr sz="900">
                <a:solidFill>
                  <a:srgbClr val="C9D4E5"/>
                </a:solidFill>
                <a:latin typeface="Consolas"/>
              </a:rPr>
              <a:t>FROM orders to see existing indexes</a:t>
            </a:r>
            <a:r>
              <a:rPr sz="1100">
                <a:solidFill>
                  <a:srgbClr val="C9D4E5"/>
                </a:solidFill>
                <a:latin typeface="MiSans"/>
              </a:rPr>
              <a:t>. Create a new composite index. Verify with SHOW INDEX. Run EXPLAIN on a query. Then DROP INDEX to roll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SQL-W009: How an Index Improves Query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