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SQL-C033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Index Scan vs Full Table Scan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Index Scan and Full Table Scan.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Index Scan and Full Table Scan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Full Table Scan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SQL-C033: Index Scan vs Full Table Scan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Index Scan vs Full Table Scan?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Index Scan and Full Table Scan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Index Scan vs Full Table Scan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Index Scan vs Full Table Scan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SQL-C033: Index Scan vs Full Table Scan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Index Scan vs Full Table Scan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addr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SQL-C033: Index Scan vs Full Table Scan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Index Scan vs Full Table Scan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Comparing Index Scan vs Full Table Scan performance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addr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opcode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Init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OpenRead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Rewind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SQL-C033: Index Scan vs Full Table Scan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SQL-C033: Index Scan vs Full Table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Index Scan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Full Table Scan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SQL-C033: Index Scan vs Full Table Scan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orders with status = 'Completed'. Run EXPLAIN and verify if it does a Full Table Scan.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an index on the status column, run the same query with EXPLAIN, and verify if it performs an Index Scan.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marketing team wants to analyze high-value orders (total_amount &gt; 5000). Compare the execution plans before and after adding an index on total_amount.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Explain in a SQL comment when a database optimizer chooses a Full Table Scan over an Index Scan, even if an index is available on the filtered column.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SQL-C033: Index Scan vs Full Table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