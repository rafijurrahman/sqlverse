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SQL-135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CTE with Window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`RANK`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region_rev;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sales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CTE with Window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CTE with Window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CTE with Window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CTE with Window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sale_date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Main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Branch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`RANK`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region_rev;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CTE with Window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CTE with window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WITH region_rev AS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SUM(revenue) AS total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FROM sales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GROUP BY region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region,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total,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ROW_NUMBER() OVER (ORDER BY total DESC) AS `RANK`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region_rev;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region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total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RANK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16700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13500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8860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CTE with Window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that calculates revenue per region, then use ROW_NUMBER() to rank regions:
</a:t>
            </a:r>
            <a:r>
              <a:rPr sz="900">
                <a:solidFill>
                  <a:srgbClr val="C9D4E5"/>
                </a:solidFill>
                <a:latin typeface="Consolas"/>
              </a:rPr>
              <a:t>WITH region_rev AS (SELECT region, SUM(revenue) AS total FROM sales GROUP BY region)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region, total, ROW_NUMBER() OVER (ORDER BY total DESC) AS rank FROM region_rev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get daily revenue, then add a running total window function:
</a:t>
            </a:r>
            <a:r>
              <a:rPr sz="900">
                <a:solidFill>
                  <a:srgbClr val="C9D4E5"/>
                </a:solidFill>
                <a:latin typeface="Consolas"/>
              </a:rPr>
              <a:t>WITH daily AS (SELECT sale_date, SUM(revenue) AS daily_rev FROM sales GROUP BY sale_date)</a:t>
            </a:r>
            <a:r>
              <a:rPr sz="1100">
                <a:solidFill>
                  <a:srgbClr val="C9D4E5"/>
                </a:solidFill>
                <a:latin typeface="MiSans"/>
              </a:rPr>
              <a:t>
</a:t>
            </a:r>
            <a:r>
              <a:rPr sz="900">
                <a:solidFill>
                  <a:srgbClr val="C9D4E5"/>
                </a:solidFill>
                <a:latin typeface="Consolas"/>
              </a:rPr>
              <a:t>SELECT sale_date, daily_rev, SUM(daily_rev) OVER (ORDER BY sale_date) AS running_total FROM daily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get monthly revenue per region, then use RANK() to rank regions within each month:
RANK() OVER (PARTITION BY month </a:t>
            </a:r>
            <a:r>
              <a:rPr sz="900">
                <a:solidFill>
                  <a:srgbClr val="C9D4E5"/>
                </a:solidFill>
                <a:latin typeface="Consolas"/>
              </a:rPr>
              <a:t>ORDER BY revenue DESC)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CTE to calculate monthly revenue, then use multiple window functions in the outer query:
ROW_NUMBER(), LAG (previous month revenue), and running total SUM. Display all in one result 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SQL-135: CTE with Window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