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SQL-091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INNER JOIN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Filter rows matching values inside a set list.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c.last_name,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o.order_id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 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INNER JOIN orders o ON c.customer_id = o.customer_id;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customers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SQL-091: INNER JOIN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INNER JOIN?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It replaces multiple OR conditions, keeping the SQL clean, readable, and highly maintainable.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IN when comparing a column to a set list of states, categories, or IDs.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INNER JOIN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INNER JOIN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SQL-091: INNER JOIN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INNER JOIN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email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rahim@shop.com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fatema@shop.com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karim@shop.com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c.last_name,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o.order_id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 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INNER JOIN orders o ON c.customer_id = o.customer_id;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SQL-091: INNER JOIN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INNER JOIN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Customer orders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c.last_name,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o.order_id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 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INNER JOIN orders o ON c.customer_id = o.customer_id;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order_id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1001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1002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1003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SQL-091: INNER JOIN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multiple OR statements instead of the IN operator.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that BETWEEN is inclusive of boundaries.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Matching empty strings or NULL values using IN.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Hardcoding very long list values inside the IN clause.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BETWEEN with incompatible date string formats.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Combining IN with NOT without explicit parentheses.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Replace long OR lists with a clean IN condition.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range boundaries before applying BETWEEN.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Ensure IN lists are sorted or indexed for speed.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Format IN list elements on new lines if very long.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BETWEEN for numeric, date, and time ranges.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execution paths for subqueries inside 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SQL-091: INNER JOIN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INNER JOIN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SQL-091: INNER JOIN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an INNER </a:t>
            </a:r>
            <a:r>
              <a:rPr sz="900">
                <a:solidFill>
                  <a:srgbClr val="C9D4E5"/>
                </a:solidFill>
                <a:latin typeface="Consolas"/>
              </a:rPr>
              <a:t>JOIN between customers and orders on customer_id</a:t>
            </a:r>
            <a:r>
              <a:rPr sz="1100">
                <a:solidFill>
                  <a:srgbClr val="C9D4E5"/>
                </a:solidFill>
                <a:latin typeface="MiSans"/>
              </a:rPr>
              <a:t>. Display customer first_name, last_name, and order_id.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an INNER </a:t>
            </a:r>
            <a:r>
              <a:rPr sz="900">
                <a:solidFill>
                  <a:srgbClr val="C9D4E5"/>
                </a:solidFill>
                <a:latin typeface="Consolas"/>
              </a:rPr>
              <a:t>JOIN to show customer name, order_date, status, and total_amount</a:t>
            </a:r>
            <a:r>
              <a:rPr sz="1100">
                <a:solidFill>
                  <a:srgbClr val="C9D4E5"/>
                </a:solidFill>
                <a:latin typeface="MiSans"/>
              </a:rPr>
              <a:t>. Filter for Completed orders.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sales team needs a customer order report. Join customers and orders, show first_name, last_name, total orders placed (hint: need </a:t>
            </a:r>
            <a:r>
              <a:rPr sz="900">
                <a:solidFill>
                  <a:srgbClr val="C9D4E5"/>
                </a:solidFill>
                <a:latin typeface="Consolas"/>
              </a:rPr>
              <a:t>GROUP BY for this), and total amount spent</a:t>
            </a:r>
            <a:r>
              <a:rPr sz="1100">
                <a:solidFill>
                  <a:srgbClr val="C9D4E5"/>
                </a:solidFill>
                <a:latin typeface="MiSans"/>
              </a:rPr>
              <a:t>. Display only customers who have placed orders.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three-table INNER </a:t>
            </a:r>
            <a:r>
              <a:rPr sz="900">
                <a:solidFill>
                  <a:srgbClr val="C9D4E5"/>
                </a:solidFill>
                <a:latin typeface="Consolas"/>
              </a:rPr>
              <a:t>JOIN: customers → orders → order_items</a:t>
            </a:r>
            <a:r>
              <a:rPr sz="1100">
                <a:solidFill>
                  <a:srgbClr val="C9D4E5"/>
                </a:solidFill>
                <a:latin typeface="MiSans"/>
              </a:rPr>
              <a:t>. Display customer name, order_id, product_id, quantity, and unit_price. Filter for orders placed in January 2024.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SQL-091: INNER JOIN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