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DATE_FORMAT()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DATE_FORMAT(appointment_date, '%d-%m-%Y') AS "Formatted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SQL-054: DATE_FORMAT()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DATE_FORMAT()?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DATE_FORMAT()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DATE_FORMAT()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SQL-054: DATE_FORMAT()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DATE_FORMAT()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DATE_FORMAT(appointment_date, '%d-%m-%Y') AS "Formatted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SQL-054: DATE_FORMAT()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DATE_FORMAT()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Date formatting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appointment_date,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DATE_FORMAT(appointment_date, '%d-%m-%Y') AS "Formatted Date"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SQL-054: DATE_FORMAT()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SQL-054: DATE_FORMAT()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DATE_FORMAT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SQL-054: DATE_FORMAT()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format appointment_date in DD-MM-YYYY format: DATE_FORMAT(appointment_date, '%d-%m-%Y'). Label it "Formatted Date".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format appointment_date as the full month name and year: DATE_FORMAT(appointment_date, '%M %Y') as "Month Year".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hospital appointment card needs dates in readable format. Write a query to display patient_name, doctor_name, and DATE_FORMAT(appointment_date, '%d %M %Y') as "Appointment Date" and TIME_FORMAT(appointment_time, '%h:%i %p') as "Appointment Time".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appointment_id, patient_name, and DATE_FORMAT(appointment_date, '%W, %d %M %Y') as "Full Date" which includes the day of the week. Sort by appointment_date.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SQL-054: DATE_FORMAT()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