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SQL Query Execution Order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SQL Query Execution Order.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SQL Query Execution Order.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SQL-W001: SQL Query Execution Order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SQL Query Execution Order?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SQL Query Execution Order.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SQL Query Execution Order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SQL Query Execution Order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SQL-W001: SQL Query Execution Order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SQL Query Execution Order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1004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SQL-W001: SQL Query Execution Order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SQL Query Execution Order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Query execution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status = 'Completed';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SQL-W001: SQL Query Execution Order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SQL-W001: SQL Query Execution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SQL-W001: SQL Query Execution Order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completed orders (status = 'Completed') from the orders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the number of completed orders per city. Use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city and WHERE status = 'Completed'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operations team wants a summary of completed orders by city, but only for cities with more than one completed order. Write a query using </a:t>
            </a:r>
            <a:r>
              <a:rPr sz="900">
                <a:solidFill>
                  <a:srgbClr val="C9D4E5"/>
                </a:solidFill>
                <a:latin typeface="Consolas"/>
              </a:rPr>
              <a:t>FROM → WHERE → GROUP BY → HAVING → ORDER BY (order by total orders descending)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that follows the full SQL execution order: retrieve order_id, city, and total_amount from orders, filter for Completed orders in 2024, group by city, filter groups where total revenue &gt; 5000, and order by total revenue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SQL-W001: SQL Query Execution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