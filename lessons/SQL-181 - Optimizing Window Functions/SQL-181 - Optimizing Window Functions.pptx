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Optimizing Window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total_amount DESC) AS amount_rank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SQL-181: Optimizing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Optimizing Window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Optimizing Window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Optimizing Window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SQL-181: Optimizing Window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Optimizing Window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total_amount DESC) AS amount_rank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SQL-181: Optimizing Window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Optimizing Window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Primary key best practices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total_amount DESC) AS amount_rank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total_amount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6100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4800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4500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SQL-181: Optimizing Window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SQL-181: Optimizing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Optimizing Window Functions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SQL-181: Optimizing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rank orders by total_amount descending using DENSE_RANK().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that ranks orders by amount, and explain in a comment why filtering on the rank in the outer query is more optimized than using a subquery.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finance team wants the top 2 orders per customer. Write an optimized window function query using ROW_NUMBER() in a CTE.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in a SQL comment how partitioning and sorting in the OVER() clause affect execution time, and how an index on (customer_id, total_amount) would optimize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SQL-181: Optimizing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