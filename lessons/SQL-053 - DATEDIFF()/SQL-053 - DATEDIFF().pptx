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SQL-053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DATEDIFF()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DATEDIFF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DATEDIFF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DATEDIFF(discharge_date, admission_date) AS "Days Stayed"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discharge_date IS NOT NULL;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admissions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SQL-053: DATEDIFF()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DATEDIFF()?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DATEDIFF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DATEDIFF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DATEDIFF when querying datasets that require DATEDIFF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DATEDIFF()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DATEDIFF()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SQL-053: DATEDIFF()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DATEDIFF()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admission_id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ward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Maternity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DATEDIFF(discharge_date, admission_date) AS "Days Stayed"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discharge_date IS NOT NULL;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SQL-053: DATEDIFF()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DATEDIFF()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Patient stay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DATEDIFF(discharge_date, admission_date) AS "Days Stayed"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discharge_date IS NOT NULL;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SQL-053: DATEDIFF()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SQL-053: DATEDIFF()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DATEDIFF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SQL-053: DATEDIFF()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how many days each patient stayed in the hospital: DATEDIFF(discharge_date, admission_date) as "Days Stayed". Only include discharged patients.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patients who stayed more than 6 days. Display patient_name, ward, and days stayed.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billing department calculates charges by the number of days stayed. Write a query to display patient_name, ward, DATEDIFF(discharge_date, admission_date) as "Length of Stay", and estimate the ward cost assuming 2000 BDT per day.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average length of stay per ward using AVG(DATEDIFF(discharge_date, admission_date)). Only include discharged patients. Group by ward, order by average days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SQL-053: DATEDIFF()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