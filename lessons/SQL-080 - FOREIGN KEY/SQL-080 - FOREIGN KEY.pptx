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SQL-080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FOREIGN KEY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Filter rows where at least one condition is met.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OR is a logical operator that returns true if any of the combined conditions are true.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enrollments;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students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SQL-080: FOREIGN KEY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FOREIGN KEY?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OR is a logical operator that returns true if any of the combined conditions are true.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It allows database query results to include items matching alternative criteria options.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OR when retrieving records that fit any one of multiple acceptable criteria.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FOREIGN KEY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FOREIGN KEY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SQL-080: FOREIGN KEY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FOREIGN KEY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student_id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email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rahim@uni.edu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fatema@uni.edu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karim@uni.edu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enrollments;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enrollment_id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SQL-080: FOREIGN KEY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FOREIGN KEY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students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Foreign key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enrollments;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enrollment_id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student_id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course_id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102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SQL-080: FOREIGN KEY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filter data 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the wrong clause for the task.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readability.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Poor formatting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Inconsistent naming conventions.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Difficult to maintain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clear and readable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Follow SQL best practices.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Validate results before execution.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Proper indentation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Meaningful aliases and naming.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Consistent formatting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SQL-080: FOREIGN KEY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FOREIGN KEY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SQL-080: FOREIGN KEY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retrieve all enrollments and show the constraint: </a:t>
            </a:r>
            <a:r>
              <a:rPr sz="900">
                <a:solidFill>
                  <a:srgbClr val="C9D4E5"/>
                </a:solidFill>
                <a:latin typeface="Consolas"/>
              </a:rPr>
              <a:t>SELECT * FROM enrollments</a:t>
            </a:r>
            <a:r>
              <a:rPr sz="1100">
                <a:solidFill>
                  <a:srgbClr val="C9D4E5"/>
                </a:solidFill>
                <a:latin typeface="MiSans"/>
              </a:rPr>
              <a:t>. The FOREIGN KEY ensures every student_id in enrollments exists in students.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</a:t>
            </a:r>
            <a:r>
              <a:rPr sz="900">
                <a:solidFill>
                  <a:srgbClr val="C9D4E5"/>
                </a:solidFill>
                <a:latin typeface="Consolas"/>
              </a:rPr>
              <a:t>JOIN query to display student first_name, course_name, and enrollment status using the FOREIGN KEY relationship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registrar needs an enrollment report. Join students, courses, and enrollments to show: student name, course code, course name, enrollment date, and grade for all completed enrollments.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verify referential integrity: find any enrollment records where student_id doesn't match any students row (should return 0 rows with proper FK). Write: </a:t>
            </a:r>
            <a:r>
              <a:rPr sz="900">
                <a:solidFill>
                  <a:srgbClr val="C9D4E5"/>
                </a:solidFill>
                <a:latin typeface="Consolas"/>
              </a:rPr>
              <a:t>SELECT * FROM enrollments WHERE student_id NOT IN (SELECT student_id FROM students)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SQL-080: FOREIGN KEY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