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AVG() with 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Group rows sharing matching column values.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SQL-060: AVG()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AVG() with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You cannot display aggregate summaries alongside detail rows without grouping them.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GROUP BY whenever you need to compute summaries (sum, avg) per category.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AVG() with 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AVG() with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SQL-060: AVG() with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AVG() with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SQL-060: AVG() with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AVG() with 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Average order value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AVG(unit_price)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1262.5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6333.333333333333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110.0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SQL-060: AVG() with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Omitting SELECT columns from the GROUP BY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a primary key or unique key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grouped summaries inside the WHERE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column numbers instead of naming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excessively complex grouping expressions.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grouped details without explicit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Include all non-aggregated SELECT columns in GROUP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by category or dimension columns for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HAVING to filter groups after aggregation.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SELECT list and GROUP BY columns fully aligned.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GROUP BY columns cleanly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grouped results using aggregated expressions.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SQL-060: AVG()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AVG with 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SQL-060: AVG()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average unit_price per category using AVG(unit_price). Group by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average quantity per order: AVG(quantity) grouped by order_id.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Pricing analysts want to know the average selling price per store. Write a query to display store and AVG(unit_price) as "Avg Unit Price". Sort by average price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stores where the average item revenue (AVG of quantity * unit_price) is above 1000. Use </a:t>
            </a:r>
            <a:r>
              <a:rPr sz="900">
                <a:solidFill>
                  <a:srgbClr val="C9D4E5"/>
                </a:solidFill>
                <a:latin typeface="Consolas"/>
              </a:rPr>
              <a:t>GROUP BY and HAVING</a:t>
            </a:r>
            <a:r>
              <a:rPr sz="1100">
                <a:solidFill>
                  <a:srgbClr val="C9D4E5"/>
                </a:solidFill>
                <a:latin typeface="MiSans"/>
              </a:rPr>
              <a:t>. Display store and the average revenue rounded to 2 decimal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SQL-060: AVG()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